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2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21.xml" ContentType="application/vnd.openxmlformats-officedocument.presentationml.notesSlide+xml"/>
  <Override PartName="/ppt/notesSlides/notesSlide14.xml" ContentType="application/vnd.openxmlformats-officedocument.presentationml.notes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13.xml" ContentType="application/vnd.openxmlformats-officedocument.presentationml.slide+xml"/>
  <Override PartName="/ppt/theme/theme2.xml" ContentType="application/vnd.openxmlformats-officedocument.theme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notesSlides/notesSlide22.xml" ContentType="application/vnd.openxmlformats-officedocument.presentationml.notesSlide+xml"/>
  <Override PartName="/ppt/slideLayouts/slideLayout4.xml" ContentType="application/vnd.openxmlformats-officedocument.presentationml.slideLayout+xml"/>
  <Override PartName="/ppt/notesSlides/notesSlide20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21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7.xml" ContentType="application/vnd.openxmlformats-officedocument.presentationml.slide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slides/slide17.xml" ContentType="application/vnd.openxmlformats-officedocument.presentationml.slide+xml"/>
  <Override PartName="/ppt/viewProps.xml" ContentType="application/vnd.openxmlformats-officedocument.presentationml.viewProps+xml"/>
  <Override PartName="/ppt/notesSlides/notesSlide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8.xml" ContentType="application/vnd.openxmlformats-officedocument.presentationml.slide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ppt/slideLayouts/slideLayout6.xml" ContentType="application/vnd.openxmlformats-officedocument.presentationml.slideLayout+xml"/>
  <Override PartName="/ppt/notesSlides/notesSlide11.xml" ContentType="application/vnd.openxmlformats-officedocument.presentationml.notes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9.xml" ContentType="application/vnd.openxmlformats-officedocument.presentationml.slide+xml"/>
  <Override PartName="/ppt/slides/slide20.xml" ContentType="application/vnd.openxmlformats-officedocument.presentationml.slide+xml"/>
  <Override PartName="/ppt/slides/slide11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4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8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22.xml" ContentType="application/vnd.openxmlformats-officedocument.presentationml.slide+xml"/>
  <Override PartName="/ppt/slides/slide19.xml" ContentType="application/vnd.openxmlformats-officedocument.presentationml.slide+xml"/>
  <Override PartName="/ppt/slides/slide23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29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</p:sldIdLst>
  <p:sldSz cx="9144000" cy="6858000" type="screen4x3"/>
  <p:notesSz cx="6858000" cy="9144000"/>
  <p:defaultTextStyle>
    <a:defPPr>
      <a:defRPr lang="ru-RU"/>
    </a:defPPr>
    <a:lvl1pPr algn="l" rtl="0">
      <a:spcBef>
        <a:spcPts val="0"/>
      </a:spcBef>
      <a:spcAft>
        <a:spcPts val="0"/>
      </a:spcAft>
      <a:defRPr>
        <a:solidFill>
          <a:schemeClr val="tx1"/>
        </a:solidFill>
        <a:latin typeface="Arial"/>
        <a:ea typeface="+mn-ea"/>
        <a:cs typeface="Arial"/>
      </a:defRPr>
    </a:lvl1pPr>
    <a:lvl2pPr marL="457200" algn="l" rtl="0">
      <a:spcBef>
        <a:spcPts val="0"/>
      </a:spcBef>
      <a:spcAft>
        <a:spcPts val="0"/>
      </a:spcAft>
      <a:defRPr>
        <a:solidFill>
          <a:schemeClr val="tx1"/>
        </a:solidFill>
        <a:latin typeface="Arial"/>
        <a:ea typeface="+mn-ea"/>
        <a:cs typeface="Arial"/>
      </a:defRPr>
    </a:lvl2pPr>
    <a:lvl3pPr marL="914400" algn="l" rtl="0">
      <a:spcBef>
        <a:spcPts val="0"/>
      </a:spcBef>
      <a:spcAft>
        <a:spcPts val="0"/>
      </a:spcAft>
      <a:defRPr>
        <a:solidFill>
          <a:schemeClr val="tx1"/>
        </a:solidFill>
        <a:latin typeface="Arial"/>
        <a:ea typeface="+mn-ea"/>
        <a:cs typeface="Arial"/>
      </a:defRPr>
    </a:lvl3pPr>
    <a:lvl4pPr marL="1371600" algn="l" rtl="0">
      <a:spcBef>
        <a:spcPts val="0"/>
      </a:spcBef>
      <a:spcAft>
        <a:spcPts val="0"/>
      </a:spcAft>
      <a:defRPr>
        <a:solidFill>
          <a:schemeClr val="tx1"/>
        </a:solidFill>
        <a:latin typeface="Arial"/>
        <a:ea typeface="+mn-ea"/>
        <a:cs typeface="Arial"/>
      </a:defRPr>
    </a:lvl4pPr>
    <a:lvl5pPr marL="1828800" algn="l" rtl="0">
      <a:spcBef>
        <a:spcPts val="0"/>
      </a:spcBef>
      <a:spcAft>
        <a:spcPts val="0"/>
      </a:spcAft>
      <a:defRPr>
        <a:solidFill>
          <a:schemeClr val="tx1"/>
        </a:solidFill>
        <a:latin typeface="Arial"/>
        <a:ea typeface="+mn-ea"/>
        <a:cs typeface="Arial"/>
      </a:defRPr>
    </a:lvl5pPr>
    <a:lvl6pPr marL="2286000" algn="l" defTabSz="914400" rtl="0">
      <a:defRPr>
        <a:solidFill>
          <a:schemeClr val="tx1"/>
        </a:solidFill>
        <a:latin typeface="Arial"/>
        <a:ea typeface="+mn-ea"/>
        <a:cs typeface="Arial"/>
      </a:defRPr>
    </a:lvl6pPr>
    <a:lvl7pPr marL="2743200" algn="l" defTabSz="914400" rtl="0">
      <a:defRPr>
        <a:solidFill>
          <a:schemeClr val="tx1"/>
        </a:solidFill>
        <a:latin typeface="Arial"/>
        <a:ea typeface="+mn-ea"/>
        <a:cs typeface="Arial"/>
      </a:defRPr>
    </a:lvl7pPr>
    <a:lvl8pPr marL="3200400" algn="l" defTabSz="914400" rtl="0">
      <a:defRPr>
        <a:solidFill>
          <a:schemeClr val="tx1"/>
        </a:solidFill>
        <a:latin typeface="Arial"/>
        <a:ea typeface="+mn-ea"/>
        <a:cs typeface="Arial"/>
      </a:defRPr>
    </a:lvl8pPr>
    <a:lvl9pPr marL="3657600" algn="l" defTabSz="914400" rtl="0">
      <a:defRPr>
        <a:solidFill>
          <a:schemeClr val="tx1"/>
        </a:solidFill>
        <a:latin typeface="Arial"/>
        <a:ea typeface="+mn-ea"/>
        <a:cs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</p:showPr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dk1"/>
              </a:solidFill>
            </a:ln>
          </a:left>
          <a:right>
            <a:ln w="12700">
              <a:solidFill>
                <a:schemeClr val="dk1"/>
              </a:solidFill>
            </a:ln>
          </a:right>
          <a:top>
            <a:ln w="12700">
              <a:solidFill>
                <a:schemeClr val="dk1"/>
              </a:solidFill>
            </a:ln>
          </a:top>
          <a:bottom>
            <a:ln w="12700">
              <a:solidFill>
                <a:schemeClr val="dk1"/>
              </a:solidFill>
            </a:ln>
          </a:bottom>
          <a:insideH>
            <a:ln w="12700">
              <a:solidFill>
                <a:schemeClr val="dk1"/>
              </a:solidFill>
            </a:ln>
          </a:insideH>
          <a:insideV>
            <a:ln w="12700">
              <a:solidFill>
                <a:schemeClr val="dk1"/>
              </a:solidFill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lt1"/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lt1"/>
          </a:solidFill>
        </a:fill>
      </a:tcStyle>
    </a:band1V>
    <a:band2V>
      <a:tcStyle>
        <a:tcBdr/>
        <a:fill>
          <a:solidFill>
            <a:schemeClr val="lt1"/>
          </a:solidFill>
        </a:fill>
      </a:tcStyle>
    </a:band2V>
    <a:lastCol>
      <a:tcTxStyle b="on">
        <a:fontRef idx="minor">
          <a:prstClr val="black"/>
        </a:fontRef>
        <a:schemeClr val="dk1"/>
      </a:tcTxStyle>
      <a:tcStyle>
        <a:tcBdr/>
        <a:fill>
          <a:solidFill>
            <a:schemeClr val="lt1"/>
          </a:solidFill>
        </a:fill>
      </a:tcStyle>
    </a:lastCol>
    <a:firstCol>
      <a:tcTxStyle b="on">
        <a:fontRef idx="minor">
          <a:prstClr val="black"/>
        </a:fontRef>
        <a:schemeClr val="dk1"/>
      </a:tcTxStyle>
      <a:tcStyle>
        <a:tcBdr/>
        <a:fill>
          <a:solidFill>
            <a:schemeClr val="lt1"/>
          </a:solidFill>
        </a:fill>
      </a:tcStyle>
    </a:firstCol>
    <a:lastRow>
      <a:tcTxStyle b="on">
        <a:fontRef idx="minor">
          <a:prstClr val="black"/>
        </a:fontRef>
        <a:schemeClr val="dk1"/>
      </a:tcTxStyle>
      <a:tcStyle>
        <a:tcBdr>
          <a:top>
            <a:ln w="12700">
              <a:solidFill>
                <a:schemeClr val="lt1"/>
              </a:solidFill>
            </a:ln>
          </a:top>
        </a:tcBdr>
        <a:fill>
          <a:solidFill>
            <a:schemeClr val="l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dk1"/>
      </a:tcTxStyle>
      <a:tcStyle>
        <a:tcBdr>
          <a:bottom>
            <a:ln w="12700">
              <a:solidFill>
                <a:schemeClr val="dk1"/>
              </a:solidFill>
            </a:ln>
          </a:bottom>
        </a:tcBdr>
        <a:fill>
          <a:solidFill>
            <a:schemeClr val="lt1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  <a:fill>
          <a:solidFill>
            <a:schemeClr val="accent1">
              <a:tint val="40000"/>
            </a:schemeClr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76" d="100"/>
          <a:sy n="76" d="100"/>
        </p:scale>
        <p:origin x="1421" y="82"/>
      </p:cViewPr>
      <p:guideLst>
        <p:guide pos="2160" orient="horz"/>
        <p:guide pos="2880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 /><Relationship Id="rId31" Type="http://schemas.openxmlformats.org/officeDocument/2006/relationships/tableStyles" Target="tableStyles.xml" /><Relationship Id="rId32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1148913" name="Верхний колонтитул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/>
                <a:cs typeface="Arial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173247246" name="Дата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/>
                <a:cs typeface="Arial"/>
              </a:defRPr>
            </a:lvl1pPr>
          </a:lstStyle>
          <a:p>
            <a:pPr>
              <a:defRPr/>
            </a:pPr>
            <a:fld id="{498AE67A-8518-4437-85D5-DC08A2AF4041}" type="datetimeFigureOut">
              <a:rPr lang="ru-RU"/>
              <a:t>03.06.2025</a:t>
            </a:fld>
            <a:endParaRPr lang="ru-RU"/>
          </a:p>
        </p:txBody>
      </p:sp>
      <p:sp>
        <p:nvSpPr>
          <p:cNvPr id="1477527919" name="Образ слайда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>
              <a:defRPr/>
            </a:pPr>
            <a:endParaRPr lang="ru-RU"/>
          </a:p>
        </p:txBody>
      </p:sp>
      <p:sp>
        <p:nvSpPr>
          <p:cNvPr id="138441053" name="Заметки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323338169" name="Нижний колонтитул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/>
                <a:cs typeface="Arial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23367779" name="Номер слайда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/>
          </a:bodyPr>
          <a:lstStyle>
            <a:lvl1pPr algn="r">
              <a:defRPr sz="1200"/>
            </a:lvl1pPr>
          </a:lstStyle>
          <a:p>
            <a:pPr>
              <a:defRPr/>
            </a:pPr>
            <a:fld id="{AD8FC6CE-84E5-45F7-ADF2-B85FDCC574B6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>
      <a:spcBef>
        <a:spcPts val="0"/>
      </a:spcBef>
      <a:spcAft>
        <a:spcPts val="0"/>
      </a:spcAft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rtl="0">
      <a:spcBef>
        <a:spcPts val="0"/>
      </a:spcBef>
      <a:spcAft>
        <a:spcPts val="0"/>
      </a:spcAft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rtl="0">
      <a:spcBef>
        <a:spcPts val="0"/>
      </a:spcBef>
      <a:spcAft>
        <a:spcPts val="0"/>
      </a:spcAft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rtl="0">
      <a:spcBef>
        <a:spcPts val="0"/>
      </a:spcBef>
      <a:spcAft>
        <a:spcPts val="0"/>
      </a:spcAft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rtl="0">
      <a:spcBef>
        <a:spcPts val="0"/>
      </a:spcBef>
      <a:spcAft>
        <a:spcPts val="0"/>
      </a:spcAft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 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 ?>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 ?>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6179682" name="Образ слайда 1"/>
          <p:cNvSpPr>
            <a:spLocks noChangeAspect="1" noGrp="1" noRot="1" noTextEdit="1"/>
          </p:cNvSpPr>
          <p:nvPr>
            <p:ph type="sldImg"/>
          </p:nvPr>
        </p:nvSpPr>
        <p:spPr bwMode="auto"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73022082" name="Заметки 2"/>
          <p:cNvSpPr>
            <a:spLocks noGrp="1"/>
          </p:cNvSpPr>
          <p:nvPr>
            <p:ph type="body" idx="1"/>
          </p:nvPr>
        </p:nvSpPr>
        <p:spPr bwMode="auto">
          <a:prstGeom prst="rect">
            <a:avLst/>
          </a:prstGeom>
          <a:noFill/>
        </p:spPr>
        <p:txBody>
          <a:bodyPr wrap="square" numCol="1" anchor="t" anchorCtr="0" compatLnSpc="1">
            <a:prstTxWarp prst="textNoShape"/>
          </a:bodyPr>
          <a:lstStyle/>
          <a:p>
            <a:pPr>
              <a:spcBef>
                <a:spcPts val="0"/>
              </a:spcBef>
              <a:defRPr/>
            </a:pPr>
            <a:endParaRPr/>
          </a:p>
        </p:txBody>
      </p:sp>
      <p:sp>
        <p:nvSpPr>
          <p:cNvPr id="1156020179" name="Номер слайда 3"/>
          <p:cNvSpPr>
            <a:spLocks noGrp="1"/>
          </p:cNvSpPr>
          <p:nvPr>
            <p:ph type="sldNum" sz="quarter" idx="5"/>
          </p:nvPr>
        </p:nvSpPr>
        <p:spPr bwMode="auto">
          <a:prstGeom prst="rect">
            <a:avLst/>
          </a:prstGeom>
          <a:noFill/>
        </p:spPr>
        <p:txBody>
          <a:bodyPr/>
          <a:lstStyle>
            <a:lvl1pPr>
              <a:spcBef>
                <a:spcPts val="0"/>
              </a:spcBef>
              <a:defRPr sz="1200">
                <a:solidFill>
                  <a:schemeClr val="tx1"/>
                </a:solidFill>
                <a:latin typeface="Calibri"/>
              </a:defRPr>
            </a:lvl1pPr>
            <a:lvl2pPr marL="742950" indent="-285750">
              <a:spcBef>
                <a:spcPts val="0"/>
              </a:spcBef>
              <a:defRPr sz="1200">
                <a:solidFill>
                  <a:schemeClr val="tx1"/>
                </a:solidFill>
                <a:latin typeface="Calibri"/>
              </a:defRPr>
            </a:lvl2pPr>
            <a:lvl3pPr marL="1143000" indent="-228600">
              <a:spcBef>
                <a:spcPts val="0"/>
              </a:spcBef>
              <a:defRPr sz="1200">
                <a:solidFill>
                  <a:schemeClr val="tx1"/>
                </a:solidFill>
                <a:latin typeface="Calibri"/>
              </a:defRPr>
            </a:lvl3pPr>
            <a:lvl4pPr marL="1600200" indent="-228600">
              <a:spcBef>
                <a:spcPts val="0"/>
              </a:spcBef>
              <a:defRPr sz="1200">
                <a:solidFill>
                  <a:schemeClr val="tx1"/>
                </a:solidFill>
                <a:latin typeface="Calibri"/>
              </a:defRPr>
            </a:lvl4pPr>
            <a:lvl5pPr marL="2057400" indent="-228600">
              <a:spcBef>
                <a:spcPts val="0"/>
              </a:spcBef>
              <a:defRPr sz="1200">
                <a:solidFill>
                  <a:schemeClr val="tx1"/>
                </a:solidFill>
                <a:latin typeface="Calibri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Calibri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Calibri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Calibri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Calibri"/>
              </a:defRPr>
            </a:lvl9pPr>
          </a:lstStyle>
          <a:p>
            <a:pPr>
              <a:spcBef>
                <a:spcPts val="0"/>
              </a:spcBef>
              <a:defRPr/>
            </a:pPr>
            <a:fld id="{25E491A4-2AF4-4F72-8201-CC4370BA7FD6}" type="slidenum">
              <a:rPr lang="ru-RU">
                <a:latin typeface="Arial"/>
              </a:rPr>
              <a:t>1</a:t>
            </a:fld>
            <a:endParaRPr lang="ru-RU">
              <a:latin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2711412" name="Образ слайда 1"/>
          <p:cNvSpPr>
            <a:spLocks noChangeAspect="1" noGrp="1" noRot="1" noTextEdit="1"/>
          </p:cNvSpPr>
          <p:nvPr>
            <p:ph type="sldImg"/>
          </p:nvPr>
        </p:nvSpPr>
        <p:spPr bwMode="auto"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81599064" name="Заметки 2"/>
          <p:cNvSpPr>
            <a:spLocks noGrp="1"/>
          </p:cNvSpPr>
          <p:nvPr>
            <p:ph type="body" idx="1"/>
          </p:nvPr>
        </p:nvSpPr>
        <p:spPr bwMode="auto">
          <a:prstGeom prst="rect">
            <a:avLst/>
          </a:prstGeom>
          <a:noFill/>
        </p:spPr>
        <p:txBody>
          <a:bodyPr wrap="square" numCol="1" anchor="t" anchorCtr="0" compatLnSpc="1">
            <a:prstTxWarp prst="textNoShape"/>
          </a:bodyPr>
          <a:lstStyle/>
          <a:p>
            <a:pPr>
              <a:spcBef>
                <a:spcPts val="0"/>
              </a:spcBef>
              <a:defRPr/>
            </a:pPr>
            <a:endParaRPr/>
          </a:p>
        </p:txBody>
      </p:sp>
      <p:sp>
        <p:nvSpPr>
          <p:cNvPr id="98527501" name="Номер слайда 3"/>
          <p:cNvSpPr>
            <a:spLocks noGrp="1"/>
          </p:cNvSpPr>
          <p:nvPr>
            <p:ph type="sldNum" sz="quarter" idx="5"/>
          </p:nvPr>
        </p:nvSpPr>
        <p:spPr bwMode="auto">
          <a:prstGeom prst="rect">
            <a:avLst/>
          </a:prstGeom>
          <a:noFill/>
        </p:spPr>
        <p:txBody>
          <a:bodyPr/>
          <a:lstStyle>
            <a:lvl1pPr>
              <a:spcBef>
                <a:spcPts val="0"/>
              </a:spcBef>
              <a:defRPr sz="1200">
                <a:solidFill>
                  <a:schemeClr val="tx1"/>
                </a:solidFill>
                <a:latin typeface="Calibri"/>
              </a:defRPr>
            </a:lvl1pPr>
            <a:lvl2pPr marL="742950" indent="-285750">
              <a:spcBef>
                <a:spcPts val="0"/>
              </a:spcBef>
              <a:defRPr sz="1200">
                <a:solidFill>
                  <a:schemeClr val="tx1"/>
                </a:solidFill>
                <a:latin typeface="Calibri"/>
              </a:defRPr>
            </a:lvl2pPr>
            <a:lvl3pPr marL="1143000" indent="-228600">
              <a:spcBef>
                <a:spcPts val="0"/>
              </a:spcBef>
              <a:defRPr sz="1200">
                <a:solidFill>
                  <a:schemeClr val="tx1"/>
                </a:solidFill>
                <a:latin typeface="Calibri"/>
              </a:defRPr>
            </a:lvl3pPr>
            <a:lvl4pPr marL="1600200" indent="-228600">
              <a:spcBef>
                <a:spcPts val="0"/>
              </a:spcBef>
              <a:defRPr sz="1200">
                <a:solidFill>
                  <a:schemeClr val="tx1"/>
                </a:solidFill>
                <a:latin typeface="Calibri"/>
              </a:defRPr>
            </a:lvl4pPr>
            <a:lvl5pPr marL="2057400" indent="-228600">
              <a:spcBef>
                <a:spcPts val="0"/>
              </a:spcBef>
              <a:defRPr sz="1200">
                <a:solidFill>
                  <a:schemeClr val="tx1"/>
                </a:solidFill>
                <a:latin typeface="Calibri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Calibri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Calibri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Calibri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Calibri"/>
              </a:defRPr>
            </a:lvl9pPr>
          </a:lstStyle>
          <a:p>
            <a:pPr>
              <a:spcBef>
                <a:spcPts val="0"/>
              </a:spcBef>
              <a:defRPr/>
            </a:pPr>
            <a:fld id="{7F61495F-255D-42EF-A296-F5F34D44AF99}" type="slidenum">
              <a:rPr lang="ru-RU">
                <a:latin typeface="Arial"/>
              </a:rPr>
              <a:t>2</a:t>
            </a:fld>
            <a:endParaRPr lang="ru-RU">
              <a:latin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9413882" name="Образ слайда 1"/>
          <p:cNvSpPr>
            <a:spLocks noChangeAspect="1" noGrp="1" noRot="1" noTextEdit="1"/>
          </p:cNvSpPr>
          <p:nvPr>
            <p:ph type="sldImg"/>
          </p:nvPr>
        </p:nvSpPr>
        <p:spPr bwMode="auto"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66666194" name="Заметки 2"/>
          <p:cNvSpPr>
            <a:spLocks noGrp="1"/>
          </p:cNvSpPr>
          <p:nvPr>
            <p:ph type="body" idx="1"/>
          </p:nvPr>
        </p:nvSpPr>
        <p:spPr bwMode="auto">
          <a:prstGeom prst="rect">
            <a:avLst/>
          </a:prstGeom>
          <a:noFill/>
        </p:spPr>
        <p:txBody>
          <a:bodyPr wrap="square" numCol="1" anchor="t" anchorCtr="0" compatLnSpc="1">
            <a:prstTxWarp prst="textNoShape"/>
          </a:bodyPr>
          <a:lstStyle/>
          <a:p>
            <a:pPr>
              <a:spcBef>
                <a:spcPts val="0"/>
              </a:spcBef>
              <a:defRPr/>
            </a:pPr>
            <a:endParaRPr/>
          </a:p>
        </p:txBody>
      </p:sp>
      <p:sp>
        <p:nvSpPr>
          <p:cNvPr id="1364571284" name="Номер слайда 3"/>
          <p:cNvSpPr>
            <a:spLocks noGrp="1"/>
          </p:cNvSpPr>
          <p:nvPr>
            <p:ph type="sldNum" sz="quarter" idx="5"/>
          </p:nvPr>
        </p:nvSpPr>
        <p:spPr bwMode="auto">
          <a:prstGeom prst="rect">
            <a:avLst/>
          </a:prstGeom>
          <a:noFill/>
        </p:spPr>
        <p:txBody>
          <a:bodyPr/>
          <a:lstStyle>
            <a:lvl1pPr>
              <a:spcBef>
                <a:spcPts val="0"/>
              </a:spcBef>
              <a:defRPr sz="1200">
                <a:solidFill>
                  <a:schemeClr val="tx1"/>
                </a:solidFill>
                <a:latin typeface="Calibri"/>
              </a:defRPr>
            </a:lvl1pPr>
            <a:lvl2pPr marL="742950" indent="-285750">
              <a:spcBef>
                <a:spcPts val="0"/>
              </a:spcBef>
              <a:defRPr sz="1200">
                <a:solidFill>
                  <a:schemeClr val="tx1"/>
                </a:solidFill>
                <a:latin typeface="Calibri"/>
              </a:defRPr>
            </a:lvl2pPr>
            <a:lvl3pPr marL="1143000" indent="-228600">
              <a:spcBef>
                <a:spcPts val="0"/>
              </a:spcBef>
              <a:defRPr sz="1200">
                <a:solidFill>
                  <a:schemeClr val="tx1"/>
                </a:solidFill>
                <a:latin typeface="Calibri"/>
              </a:defRPr>
            </a:lvl3pPr>
            <a:lvl4pPr marL="1600200" indent="-228600">
              <a:spcBef>
                <a:spcPts val="0"/>
              </a:spcBef>
              <a:defRPr sz="1200">
                <a:solidFill>
                  <a:schemeClr val="tx1"/>
                </a:solidFill>
                <a:latin typeface="Calibri"/>
              </a:defRPr>
            </a:lvl4pPr>
            <a:lvl5pPr marL="2057400" indent="-228600">
              <a:spcBef>
                <a:spcPts val="0"/>
              </a:spcBef>
              <a:defRPr sz="1200">
                <a:solidFill>
                  <a:schemeClr val="tx1"/>
                </a:solidFill>
                <a:latin typeface="Calibri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Calibri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Calibri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Calibri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Calibri"/>
              </a:defRPr>
            </a:lvl9pPr>
          </a:lstStyle>
          <a:p>
            <a:pPr>
              <a:spcBef>
                <a:spcPts val="0"/>
              </a:spcBef>
              <a:defRPr/>
            </a:pPr>
            <a:fld id="{759CA044-BBF2-48B7-AF6A-EFDF7CD6558A}" type="slidenum">
              <a:rPr lang="ru-RU">
                <a:latin typeface="Arial"/>
              </a:rPr>
              <a:t>3</a:t>
            </a:fld>
            <a:endParaRPr lang="ru-RU">
              <a:latin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1068019" name="Образ слайда 1"/>
          <p:cNvSpPr>
            <a:spLocks noChangeAspect="1" noGrp="1" noRot="1" noTextEdit="1"/>
          </p:cNvSpPr>
          <p:nvPr>
            <p:ph type="sldImg"/>
          </p:nvPr>
        </p:nvSpPr>
        <p:spPr bwMode="auto"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2296083" name="Заметки 2"/>
          <p:cNvSpPr>
            <a:spLocks noGrp="1"/>
          </p:cNvSpPr>
          <p:nvPr>
            <p:ph type="body" idx="1"/>
          </p:nvPr>
        </p:nvSpPr>
        <p:spPr bwMode="auto">
          <a:prstGeom prst="rect">
            <a:avLst/>
          </a:prstGeom>
          <a:noFill/>
        </p:spPr>
        <p:txBody>
          <a:bodyPr wrap="square" numCol="1" anchor="t" anchorCtr="0" compatLnSpc="1">
            <a:prstTxWarp prst="textNoShape"/>
          </a:bodyPr>
          <a:lstStyle/>
          <a:p>
            <a:pPr>
              <a:defRPr/>
            </a:pPr>
            <a:endParaRPr/>
          </a:p>
        </p:txBody>
      </p:sp>
      <p:sp>
        <p:nvSpPr>
          <p:cNvPr id="2065882928" name="Номер слайда 3"/>
          <p:cNvSpPr>
            <a:spLocks noGrp="1"/>
          </p:cNvSpPr>
          <p:nvPr>
            <p:ph type="sldNum" sz="quarter" idx="5"/>
          </p:nvPr>
        </p:nvSpPr>
        <p:spPr bwMode="auto">
          <a:prstGeom prst="rect">
            <a:avLst/>
          </a:prstGeom>
          <a:noFill/>
        </p:spPr>
        <p:txBody>
          <a:bodyPr/>
          <a:lstStyle>
            <a:lvl1pPr>
              <a:spcBef>
                <a:spcPts val="0"/>
              </a:spcBef>
              <a:defRPr sz="1200">
                <a:solidFill>
                  <a:schemeClr val="tx1"/>
                </a:solidFill>
                <a:latin typeface="Calibri"/>
              </a:defRPr>
            </a:lvl1pPr>
            <a:lvl2pPr marL="742950" indent="-285750">
              <a:spcBef>
                <a:spcPts val="0"/>
              </a:spcBef>
              <a:defRPr sz="1200">
                <a:solidFill>
                  <a:schemeClr val="tx1"/>
                </a:solidFill>
                <a:latin typeface="Calibri"/>
              </a:defRPr>
            </a:lvl2pPr>
            <a:lvl3pPr marL="1143000" indent="-228600">
              <a:spcBef>
                <a:spcPts val="0"/>
              </a:spcBef>
              <a:defRPr sz="1200">
                <a:solidFill>
                  <a:schemeClr val="tx1"/>
                </a:solidFill>
                <a:latin typeface="Calibri"/>
              </a:defRPr>
            </a:lvl3pPr>
            <a:lvl4pPr marL="1600200" indent="-228600">
              <a:spcBef>
                <a:spcPts val="0"/>
              </a:spcBef>
              <a:defRPr sz="1200">
                <a:solidFill>
                  <a:schemeClr val="tx1"/>
                </a:solidFill>
                <a:latin typeface="Calibri"/>
              </a:defRPr>
            </a:lvl4pPr>
            <a:lvl5pPr marL="2057400" indent="-228600">
              <a:spcBef>
                <a:spcPts val="0"/>
              </a:spcBef>
              <a:defRPr sz="1200">
                <a:solidFill>
                  <a:schemeClr val="tx1"/>
                </a:solidFill>
                <a:latin typeface="Calibri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Calibri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Calibri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Calibri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Calibri"/>
              </a:defRPr>
            </a:lvl9pPr>
          </a:lstStyle>
          <a:p>
            <a:pPr>
              <a:spcBef>
                <a:spcPts val="0"/>
              </a:spcBef>
              <a:defRPr/>
            </a:pPr>
            <a:fld id="{DD26404F-AEA8-48F8-AB79-609E1F9F7489}" type="slidenum">
              <a:rPr lang="ru-RU">
                <a:latin typeface="Arial"/>
              </a:rPr>
              <a:t>4</a:t>
            </a:fld>
            <a:endParaRPr lang="ru-RU">
              <a:latin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2095651" name="Образ слайда 1"/>
          <p:cNvSpPr>
            <a:spLocks noChangeAspect="1" noGrp="1" noRot="1" noTextEdit="1"/>
          </p:cNvSpPr>
          <p:nvPr>
            <p:ph type="sldImg"/>
          </p:nvPr>
        </p:nvSpPr>
        <p:spPr bwMode="auto"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72899397" name="Заметки 2"/>
          <p:cNvSpPr>
            <a:spLocks noGrp="1"/>
          </p:cNvSpPr>
          <p:nvPr>
            <p:ph type="body" idx="1"/>
          </p:nvPr>
        </p:nvSpPr>
        <p:spPr bwMode="auto">
          <a:prstGeom prst="rect">
            <a:avLst/>
          </a:prstGeom>
          <a:noFill/>
        </p:spPr>
        <p:txBody>
          <a:bodyPr wrap="square" numCol="1" anchor="t" anchorCtr="0" compatLnSpc="1">
            <a:prstTxWarp prst="textNoShape"/>
          </a:bodyPr>
          <a:lstStyle/>
          <a:p>
            <a:pPr>
              <a:defRPr/>
            </a:pPr>
            <a:endParaRPr/>
          </a:p>
        </p:txBody>
      </p:sp>
      <p:sp>
        <p:nvSpPr>
          <p:cNvPr id="435676730" name="Номер слайда 3"/>
          <p:cNvSpPr>
            <a:spLocks noGrp="1"/>
          </p:cNvSpPr>
          <p:nvPr>
            <p:ph type="sldNum" sz="quarter" idx="5"/>
          </p:nvPr>
        </p:nvSpPr>
        <p:spPr bwMode="auto">
          <a:prstGeom prst="rect">
            <a:avLst/>
          </a:prstGeom>
          <a:noFill/>
        </p:spPr>
        <p:txBody>
          <a:bodyPr/>
          <a:lstStyle>
            <a:lvl1pPr>
              <a:spcBef>
                <a:spcPts val="0"/>
              </a:spcBef>
              <a:defRPr sz="1200">
                <a:solidFill>
                  <a:schemeClr val="tx1"/>
                </a:solidFill>
                <a:latin typeface="Calibri"/>
              </a:defRPr>
            </a:lvl1pPr>
            <a:lvl2pPr marL="742950" indent="-285750">
              <a:spcBef>
                <a:spcPts val="0"/>
              </a:spcBef>
              <a:defRPr sz="1200">
                <a:solidFill>
                  <a:schemeClr val="tx1"/>
                </a:solidFill>
                <a:latin typeface="Calibri"/>
              </a:defRPr>
            </a:lvl2pPr>
            <a:lvl3pPr marL="1143000" indent="-228600">
              <a:spcBef>
                <a:spcPts val="0"/>
              </a:spcBef>
              <a:defRPr sz="1200">
                <a:solidFill>
                  <a:schemeClr val="tx1"/>
                </a:solidFill>
                <a:latin typeface="Calibri"/>
              </a:defRPr>
            </a:lvl3pPr>
            <a:lvl4pPr marL="1600200" indent="-228600">
              <a:spcBef>
                <a:spcPts val="0"/>
              </a:spcBef>
              <a:defRPr sz="1200">
                <a:solidFill>
                  <a:schemeClr val="tx1"/>
                </a:solidFill>
                <a:latin typeface="Calibri"/>
              </a:defRPr>
            </a:lvl4pPr>
            <a:lvl5pPr marL="2057400" indent="-228600">
              <a:spcBef>
                <a:spcPts val="0"/>
              </a:spcBef>
              <a:defRPr sz="1200">
                <a:solidFill>
                  <a:schemeClr val="tx1"/>
                </a:solidFill>
                <a:latin typeface="Calibri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Calibri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Calibri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Calibri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Calibri"/>
              </a:defRPr>
            </a:lvl9pPr>
          </a:lstStyle>
          <a:p>
            <a:pPr>
              <a:spcBef>
                <a:spcPts val="0"/>
              </a:spcBef>
              <a:defRPr/>
            </a:pPr>
            <a:fld id="{3609347F-E85B-428B-B411-383DC7D2E66C}" type="slidenum">
              <a:rPr lang="ru-RU">
                <a:latin typeface="Arial"/>
              </a:rPr>
              <a:t>5</a:t>
            </a:fld>
            <a:endParaRPr lang="ru-RU">
              <a:latin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5224180" name="Образ слайда 1"/>
          <p:cNvSpPr>
            <a:spLocks noChangeAspect="1" noGrp="1" noRot="1" noTextEdit="1"/>
          </p:cNvSpPr>
          <p:nvPr>
            <p:ph type="sldImg"/>
          </p:nvPr>
        </p:nvSpPr>
        <p:spPr bwMode="auto"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08777875" name="Заметки 2"/>
          <p:cNvSpPr>
            <a:spLocks noGrp="1"/>
          </p:cNvSpPr>
          <p:nvPr>
            <p:ph type="body" idx="1"/>
          </p:nvPr>
        </p:nvSpPr>
        <p:spPr bwMode="auto">
          <a:prstGeom prst="rect">
            <a:avLst/>
          </a:prstGeom>
          <a:noFill/>
        </p:spPr>
        <p:txBody>
          <a:bodyPr wrap="square" numCol="1" anchor="t" anchorCtr="0" compatLnSpc="1">
            <a:prstTxWarp prst="textNoShape"/>
          </a:bodyPr>
          <a:lstStyle/>
          <a:p>
            <a:pPr>
              <a:spcBef>
                <a:spcPts val="0"/>
              </a:spcBef>
              <a:defRPr/>
            </a:pPr>
            <a:endParaRPr/>
          </a:p>
        </p:txBody>
      </p:sp>
      <p:sp>
        <p:nvSpPr>
          <p:cNvPr id="1263814862" name="Номер слайда 3"/>
          <p:cNvSpPr>
            <a:spLocks noGrp="1"/>
          </p:cNvSpPr>
          <p:nvPr>
            <p:ph type="sldNum" sz="quarter" idx="5"/>
          </p:nvPr>
        </p:nvSpPr>
        <p:spPr bwMode="auto">
          <a:prstGeom prst="rect">
            <a:avLst/>
          </a:prstGeom>
          <a:noFill/>
        </p:spPr>
        <p:txBody>
          <a:bodyPr/>
          <a:lstStyle>
            <a:lvl1pPr>
              <a:spcBef>
                <a:spcPts val="0"/>
              </a:spcBef>
              <a:defRPr sz="1200">
                <a:solidFill>
                  <a:schemeClr val="tx1"/>
                </a:solidFill>
                <a:latin typeface="Calibri"/>
              </a:defRPr>
            </a:lvl1pPr>
            <a:lvl2pPr marL="742950" indent="-285750">
              <a:spcBef>
                <a:spcPts val="0"/>
              </a:spcBef>
              <a:defRPr sz="1200">
                <a:solidFill>
                  <a:schemeClr val="tx1"/>
                </a:solidFill>
                <a:latin typeface="Calibri"/>
              </a:defRPr>
            </a:lvl2pPr>
            <a:lvl3pPr marL="1143000" indent="-228600">
              <a:spcBef>
                <a:spcPts val="0"/>
              </a:spcBef>
              <a:defRPr sz="1200">
                <a:solidFill>
                  <a:schemeClr val="tx1"/>
                </a:solidFill>
                <a:latin typeface="Calibri"/>
              </a:defRPr>
            </a:lvl3pPr>
            <a:lvl4pPr marL="1600200" indent="-228600">
              <a:spcBef>
                <a:spcPts val="0"/>
              </a:spcBef>
              <a:defRPr sz="1200">
                <a:solidFill>
                  <a:schemeClr val="tx1"/>
                </a:solidFill>
                <a:latin typeface="Calibri"/>
              </a:defRPr>
            </a:lvl4pPr>
            <a:lvl5pPr marL="2057400" indent="-228600">
              <a:spcBef>
                <a:spcPts val="0"/>
              </a:spcBef>
              <a:defRPr sz="1200">
                <a:solidFill>
                  <a:schemeClr val="tx1"/>
                </a:solidFill>
                <a:latin typeface="Calibri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Calibri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Calibri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Calibri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Calibri"/>
              </a:defRPr>
            </a:lvl9pPr>
          </a:lstStyle>
          <a:p>
            <a:pPr>
              <a:spcBef>
                <a:spcPts val="0"/>
              </a:spcBef>
              <a:defRPr/>
            </a:pPr>
            <a:fld id="{E3CE9C67-D17F-4634-8A7C-465A44442D6D}" type="slidenum">
              <a:rPr lang="ru-RU">
                <a:latin typeface="Arial"/>
              </a:rPr>
              <a:t>6</a:t>
            </a:fld>
            <a:endParaRPr lang="ru-RU">
              <a:latin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3050692" name="Образ слайда 1"/>
          <p:cNvSpPr>
            <a:spLocks noChangeAspect="1" noGrp="1" noRot="1" noTextEdit="1"/>
          </p:cNvSpPr>
          <p:nvPr>
            <p:ph type="sldImg"/>
          </p:nvPr>
        </p:nvSpPr>
        <p:spPr bwMode="auto"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27613411" name="Заметки 2"/>
          <p:cNvSpPr>
            <a:spLocks noGrp="1"/>
          </p:cNvSpPr>
          <p:nvPr>
            <p:ph type="body" idx="1"/>
          </p:nvPr>
        </p:nvSpPr>
        <p:spPr bwMode="auto">
          <a:prstGeom prst="rect">
            <a:avLst/>
          </a:prstGeom>
          <a:noFill/>
        </p:spPr>
        <p:txBody>
          <a:bodyPr wrap="square" numCol="1" anchor="t" anchorCtr="0" compatLnSpc="1">
            <a:prstTxWarp prst="textNoShape"/>
          </a:bodyPr>
          <a:lstStyle/>
          <a:p>
            <a:pPr>
              <a:defRPr/>
            </a:pPr>
            <a:endParaRPr/>
          </a:p>
        </p:txBody>
      </p:sp>
      <p:sp>
        <p:nvSpPr>
          <p:cNvPr id="1265027695" name="Номер слайда 3"/>
          <p:cNvSpPr>
            <a:spLocks noGrp="1"/>
          </p:cNvSpPr>
          <p:nvPr>
            <p:ph type="sldNum" sz="quarter" idx="5"/>
          </p:nvPr>
        </p:nvSpPr>
        <p:spPr bwMode="auto">
          <a:prstGeom prst="rect">
            <a:avLst/>
          </a:prstGeom>
          <a:noFill/>
        </p:spPr>
        <p:txBody>
          <a:bodyPr/>
          <a:lstStyle>
            <a:lvl1pPr>
              <a:spcBef>
                <a:spcPts val="0"/>
              </a:spcBef>
              <a:defRPr sz="1200">
                <a:solidFill>
                  <a:schemeClr val="tx1"/>
                </a:solidFill>
                <a:latin typeface="Calibri"/>
              </a:defRPr>
            </a:lvl1pPr>
            <a:lvl2pPr marL="742950" indent="-285750">
              <a:spcBef>
                <a:spcPts val="0"/>
              </a:spcBef>
              <a:defRPr sz="1200">
                <a:solidFill>
                  <a:schemeClr val="tx1"/>
                </a:solidFill>
                <a:latin typeface="Calibri"/>
              </a:defRPr>
            </a:lvl2pPr>
            <a:lvl3pPr marL="1143000" indent="-228600">
              <a:spcBef>
                <a:spcPts val="0"/>
              </a:spcBef>
              <a:defRPr sz="1200">
                <a:solidFill>
                  <a:schemeClr val="tx1"/>
                </a:solidFill>
                <a:latin typeface="Calibri"/>
              </a:defRPr>
            </a:lvl3pPr>
            <a:lvl4pPr marL="1600200" indent="-228600">
              <a:spcBef>
                <a:spcPts val="0"/>
              </a:spcBef>
              <a:defRPr sz="1200">
                <a:solidFill>
                  <a:schemeClr val="tx1"/>
                </a:solidFill>
                <a:latin typeface="Calibri"/>
              </a:defRPr>
            </a:lvl4pPr>
            <a:lvl5pPr marL="2057400" indent="-228600">
              <a:spcBef>
                <a:spcPts val="0"/>
              </a:spcBef>
              <a:defRPr sz="1200">
                <a:solidFill>
                  <a:schemeClr val="tx1"/>
                </a:solidFill>
                <a:latin typeface="Calibri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Calibri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Calibri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Calibri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Calibri"/>
              </a:defRPr>
            </a:lvl9pPr>
          </a:lstStyle>
          <a:p>
            <a:pPr>
              <a:spcBef>
                <a:spcPts val="0"/>
              </a:spcBef>
              <a:defRPr/>
            </a:pPr>
            <a:fld id="{34C7A3A9-2C01-41E3-867E-38C77A428C7A}" type="slidenum">
              <a:rPr lang="ru-RU">
                <a:latin typeface="Arial"/>
              </a:rPr>
              <a:t>7</a:t>
            </a:fld>
            <a:endParaRPr lang="ru-RU">
              <a:latin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2858489" name="Образ слайда 1"/>
          <p:cNvSpPr>
            <a:spLocks noChangeAspect="1" noGrp="1" noRot="1" noTextEdit="1"/>
          </p:cNvSpPr>
          <p:nvPr>
            <p:ph type="sldImg"/>
          </p:nvPr>
        </p:nvSpPr>
        <p:spPr bwMode="auto"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82028042" name="Заметки 2"/>
          <p:cNvSpPr>
            <a:spLocks noGrp="1"/>
          </p:cNvSpPr>
          <p:nvPr>
            <p:ph type="body" idx="1"/>
          </p:nvPr>
        </p:nvSpPr>
        <p:spPr bwMode="auto">
          <a:prstGeom prst="rect">
            <a:avLst/>
          </a:prstGeom>
          <a:noFill/>
        </p:spPr>
        <p:txBody>
          <a:bodyPr wrap="square" numCol="1" anchor="t" anchorCtr="0" compatLnSpc="1">
            <a:prstTxWarp prst="textNoShape"/>
          </a:bodyPr>
          <a:lstStyle/>
          <a:p>
            <a:pPr>
              <a:defRPr/>
            </a:pPr>
            <a:endParaRPr/>
          </a:p>
        </p:txBody>
      </p:sp>
      <p:sp>
        <p:nvSpPr>
          <p:cNvPr id="1514622064" name="Номер слайда 3"/>
          <p:cNvSpPr>
            <a:spLocks noGrp="1"/>
          </p:cNvSpPr>
          <p:nvPr>
            <p:ph type="sldNum" sz="quarter" idx="5"/>
          </p:nvPr>
        </p:nvSpPr>
        <p:spPr bwMode="auto">
          <a:prstGeom prst="rect">
            <a:avLst/>
          </a:prstGeom>
          <a:noFill/>
        </p:spPr>
        <p:txBody>
          <a:bodyPr/>
          <a:lstStyle>
            <a:lvl1pPr>
              <a:spcBef>
                <a:spcPts val="0"/>
              </a:spcBef>
              <a:defRPr sz="1200">
                <a:solidFill>
                  <a:schemeClr val="tx1"/>
                </a:solidFill>
                <a:latin typeface="Calibri"/>
              </a:defRPr>
            </a:lvl1pPr>
            <a:lvl2pPr marL="742950" indent="-285750">
              <a:spcBef>
                <a:spcPts val="0"/>
              </a:spcBef>
              <a:defRPr sz="1200">
                <a:solidFill>
                  <a:schemeClr val="tx1"/>
                </a:solidFill>
                <a:latin typeface="Calibri"/>
              </a:defRPr>
            </a:lvl2pPr>
            <a:lvl3pPr marL="1143000" indent="-228600">
              <a:spcBef>
                <a:spcPts val="0"/>
              </a:spcBef>
              <a:defRPr sz="1200">
                <a:solidFill>
                  <a:schemeClr val="tx1"/>
                </a:solidFill>
                <a:latin typeface="Calibri"/>
              </a:defRPr>
            </a:lvl3pPr>
            <a:lvl4pPr marL="1600200" indent="-228600">
              <a:spcBef>
                <a:spcPts val="0"/>
              </a:spcBef>
              <a:defRPr sz="1200">
                <a:solidFill>
                  <a:schemeClr val="tx1"/>
                </a:solidFill>
                <a:latin typeface="Calibri"/>
              </a:defRPr>
            </a:lvl4pPr>
            <a:lvl5pPr marL="2057400" indent="-228600">
              <a:spcBef>
                <a:spcPts val="0"/>
              </a:spcBef>
              <a:defRPr sz="1200">
                <a:solidFill>
                  <a:schemeClr val="tx1"/>
                </a:solidFill>
                <a:latin typeface="Calibri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Calibri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Calibri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Calibri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Calibri"/>
              </a:defRPr>
            </a:lvl9pPr>
          </a:lstStyle>
          <a:p>
            <a:pPr>
              <a:spcBef>
                <a:spcPts val="0"/>
              </a:spcBef>
              <a:defRPr/>
            </a:pPr>
            <a:fld id="{EBE80F2D-D86D-4BCF-A648-34E13B004094}" type="slidenum">
              <a:rPr lang="ru-RU">
                <a:latin typeface="Arial"/>
              </a:rPr>
              <a:t>8</a:t>
            </a:fld>
            <a:endParaRPr lang="ru-RU">
              <a:latin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0217905" name="Образ слайда 1"/>
          <p:cNvSpPr>
            <a:spLocks noChangeAspect="1" noGrp="1" noRot="1" noTextEdit="1"/>
          </p:cNvSpPr>
          <p:nvPr>
            <p:ph type="sldImg"/>
          </p:nvPr>
        </p:nvSpPr>
        <p:spPr bwMode="auto"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67202864" name="Заметки 2"/>
          <p:cNvSpPr>
            <a:spLocks noGrp="1"/>
          </p:cNvSpPr>
          <p:nvPr>
            <p:ph type="body" idx="1"/>
          </p:nvPr>
        </p:nvSpPr>
        <p:spPr bwMode="auto">
          <a:prstGeom prst="rect">
            <a:avLst/>
          </a:prstGeom>
          <a:noFill/>
        </p:spPr>
        <p:txBody>
          <a:bodyPr wrap="square" numCol="1" anchor="t" anchorCtr="0" compatLnSpc="1">
            <a:prstTxWarp prst="textNoShape"/>
          </a:bodyPr>
          <a:lstStyle/>
          <a:p>
            <a:pPr>
              <a:defRPr/>
            </a:pPr>
            <a:endParaRPr/>
          </a:p>
        </p:txBody>
      </p:sp>
      <p:sp>
        <p:nvSpPr>
          <p:cNvPr id="34247485" name="Номер слайда 3"/>
          <p:cNvSpPr>
            <a:spLocks noGrp="1"/>
          </p:cNvSpPr>
          <p:nvPr>
            <p:ph type="sldNum" sz="quarter" idx="5"/>
          </p:nvPr>
        </p:nvSpPr>
        <p:spPr bwMode="auto">
          <a:prstGeom prst="rect">
            <a:avLst/>
          </a:prstGeom>
          <a:noFill/>
        </p:spPr>
        <p:txBody>
          <a:bodyPr/>
          <a:lstStyle>
            <a:lvl1pPr>
              <a:spcBef>
                <a:spcPts val="0"/>
              </a:spcBef>
              <a:defRPr sz="1200">
                <a:solidFill>
                  <a:schemeClr val="tx1"/>
                </a:solidFill>
                <a:latin typeface="Calibri"/>
              </a:defRPr>
            </a:lvl1pPr>
            <a:lvl2pPr marL="742950" indent="-285750">
              <a:spcBef>
                <a:spcPts val="0"/>
              </a:spcBef>
              <a:defRPr sz="1200">
                <a:solidFill>
                  <a:schemeClr val="tx1"/>
                </a:solidFill>
                <a:latin typeface="Calibri"/>
              </a:defRPr>
            </a:lvl2pPr>
            <a:lvl3pPr marL="1143000" indent="-228600">
              <a:spcBef>
                <a:spcPts val="0"/>
              </a:spcBef>
              <a:defRPr sz="1200">
                <a:solidFill>
                  <a:schemeClr val="tx1"/>
                </a:solidFill>
                <a:latin typeface="Calibri"/>
              </a:defRPr>
            </a:lvl3pPr>
            <a:lvl4pPr marL="1600200" indent="-228600">
              <a:spcBef>
                <a:spcPts val="0"/>
              </a:spcBef>
              <a:defRPr sz="1200">
                <a:solidFill>
                  <a:schemeClr val="tx1"/>
                </a:solidFill>
                <a:latin typeface="Calibri"/>
              </a:defRPr>
            </a:lvl4pPr>
            <a:lvl5pPr marL="2057400" indent="-228600">
              <a:spcBef>
                <a:spcPts val="0"/>
              </a:spcBef>
              <a:defRPr sz="1200">
                <a:solidFill>
                  <a:schemeClr val="tx1"/>
                </a:solidFill>
                <a:latin typeface="Calibri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Calibri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Calibri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Calibri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Calibri"/>
              </a:defRPr>
            </a:lvl9pPr>
          </a:lstStyle>
          <a:p>
            <a:pPr>
              <a:spcBef>
                <a:spcPts val="0"/>
              </a:spcBef>
              <a:defRPr/>
            </a:pPr>
            <a:fld id="{417B5AC2-2A81-442A-91CF-3D171CF750EC}" type="slidenum">
              <a:rPr lang="ru-RU">
                <a:latin typeface="Arial"/>
              </a:rPr>
              <a:t>9</a:t>
            </a:fld>
            <a:endParaRPr lang="ru-RU">
              <a:latin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6527003" name="Образ слайда 1"/>
          <p:cNvSpPr>
            <a:spLocks noChangeAspect="1" noGrp="1" noRot="1" noTextEdit="1"/>
          </p:cNvSpPr>
          <p:nvPr>
            <p:ph type="sldImg"/>
          </p:nvPr>
        </p:nvSpPr>
        <p:spPr bwMode="auto"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3653941" name="Заметки 2"/>
          <p:cNvSpPr>
            <a:spLocks noGrp="1"/>
          </p:cNvSpPr>
          <p:nvPr>
            <p:ph type="body" idx="1"/>
          </p:nvPr>
        </p:nvSpPr>
        <p:spPr bwMode="auto">
          <a:prstGeom prst="rect">
            <a:avLst/>
          </a:prstGeom>
          <a:noFill/>
        </p:spPr>
        <p:txBody>
          <a:bodyPr wrap="square" numCol="1" anchor="t" anchorCtr="0" compatLnSpc="1">
            <a:prstTxWarp prst="textNoShape"/>
          </a:bodyPr>
          <a:lstStyle/>
          <a:p>
            <a:pPr>
              <a:defRPr/>
            </a:pPr>
            <a:endParaRPr/>
          </a:p>
        </p:txBody>
      </p:sp>
      <p:sp>
        <p:nvSpPr>
          <p:cNvPr id="840641249" name="Номер слайда 3"/>
          <p:cNvSpPr>
            <a:spLocks noGrp="1"/>
          </p:cNvSpPr>
          <p:nvPr>
            <p:ph type="sldNum" sz="quarter" idx="5"/>
          </p:nvPr>
        </p:nvSpPr>
        <p:spPr bwMode="auto">
          <a:prstGeom prst="rect">
            <a:avLst/>
          </a:prstGeom>
          <a:noFill/>
        </p:spPr>
        <p:txBody>
          <a:bodyPr/>
          <a:lstStyle>
            <a:lvl1pPr>
              <a:spcBef>
                <a:spcPts val="0"/>
              </a:spcBef>
              <a:defRPr sz="1200">
                <a:solidFill>
                  <a:schemeClr val="tx1"/>
                </a:solidFill>
                <a:latin typeface="Calibri"/>
              </a:defRPr>
            </a:lvl1pPr>
            <a:lvl2pPr marL="742950" indent="-285750">
              <a:spcBef>
                <a:spcPts val="0"/>
              </a:spcBef>
              <a:defRPr sz="1200">
                <a:solidFill>
                  <a:schemeClr val="tx1"/>
                </a:solidFill>
                <a:latin typeface="Calibri"/>
              </a:defRPr>
            </a:lvl2pPr>
            <a:lvl3pPr marL="1143000" indent="-228600">
              <a:spcBef>
                <a:spcPts val="0"/>
              </a:spcBef>
              <a:defRPr sz="1200">
                <a:solidFill>
                  <a:schemeClr val="tx1"/>
                </a:solidFill>
                <a:latin typeface="Calibri"/>
              </a:defRPr>
            </a:lvl3pPr>
            <a:lvl4pPr marL="1600200" indent="-228600">
              <a:spcBef>
                <a:spcPts val="0"/>
              </a:spcBef>
              <a:defRPr sz="1200">
                <a:solidFill>
                  <a:schemeClr val="tx1"/>
                </a:solidFill>
                <a:latin typeface="Calibri"/>
              </a:defRPr>
            </a:lvl4pPr>
            <a:lvl5pPr marL="2057400" indent="-228600">
              <a:spcBef>
                <a:spcPts val="0"/>
              </a:spcBef>
              <a:defRPr sz="1200">
                <a:solidFill>
                  <a:schemeClr val="tx1"/>
                </a:solidFill>
                <a:latin typeface="Calibri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Calibri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Calibri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Calibri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Calibri"/>
              </a:defRPr>
            </a:lvl9pPr>
          </a:lstStyle>
          <a:p>
            <a:pPr>
              <a:spcBef>
                <a:spcPts val="0"/>
              </a:spcBef>
              <a:defRPr/>
            </a:pPr>
            <a:fld id="{417B5AC2-2A81-442A-91CF-3D171CF750EC}" type="slidenum">
              <a:rPr lang="ru-RU">
                <a:latin typeface="Arial"/>
              </a:rPr>
              <a:t>10</a:t>
            </a:fld>
            <a:endParaRPr lang="ru-RU">
              <a:latin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1737690" name="Образ слайда 1"/>
          <p:cNvSpPr>
            <a:spLocks noChangeAspect="1" noGrp="1" noRot="1" noTextEdit="1"/>
          </p:cNvSpPr>
          <p:nvPr>
            <p:ph type="sldImg"/>
          </p:nvPr>
        </p:nvSpPr>
        <p:spPr bwMode="auto"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13784110" name="Заметки 2"/>
          <p:cNvSpPr>
            <a:spLocks noGrp="1"/>
          </p:cNvSpPr>
          <p:nvPr>
            <p:ph type="body" idx="1"/>
          </p:nvPr>
        </p:nvSpPr>
        <p:spPr bwMode="auto">
          <a:prstGeom prst="rect">
            <a:avLst/>
          </a:prstGeom>
          <a:noFill/>
        </p:spPr>
        <p:txBody>
          <a:bodyPr wrap="square" numCol="1" anchor="t" anchorCtr="0" compatLnSpc="1">
            <a:prstTxWarp prst="textNoShape"/>
          </a:bodyPr>
          <a:lstStyle/>
          <a:p>
            <a:pPr>
              <a:defRPr/>
            </a:pPr>
            <a:endParaRPr/>
          </a:p>
        </p:txBody>
      </p:sp>
      <p:sp>
        <p:nvSpPr>
          <p:cNvPr id="1509718384" name="Номер слайда 3"/>
          <p:cNvSpPr>
            <a:spLocks noGrp="1"/>
          </p:cNvSpPr>
          <p:nvPr>
            <p:ph type="sldNum" sz="quarter" idx="5"/>
          </p:nvPr>
        </p:nvSpPr>
        <p:spPr bwMode="auto">
          <a:prstGeom prst="rect">
            <a:avLst/>
          </a:prstGeom>
          <a:noFill/>
        </p:spPr>
        <p:txBody>
          <a:bodyPr/>
          <a:lstStyle>
            <a:lvl1pPr>
              <a:spcBef>
                <a:spcPts val="0"/>
              </a:spcBef>
              <a:defRPr sz="1200">
                <a:solidFill>
                  <a:schemeClr val="tx1"/>
                </a:solidFill>
                <a:latin typeface="Calibri"/>
              </a:defRPr>
            </a:lvl1pPr>
            <a:lvl2pPr marL="742950" indent="-285750">
              <a:spcBef>
                <a:spcPts val="0"/>
              </a:spcBef>
              <a:defRPr sz="1200">
                <a:solidFill>
                  <a:schemeClr val="tx1"/>
                </a:solidFill>
                <a:latin typeface="Calibri"/>
              </a:defRPr>
            </a:lvl2pPr>
            <a:lvl3pPr marL="1143000" indent="-228600">
              <a:spcBef>
                <a:spcPts val="0"/>
              </a:spcBef>
              <a:defRPr sz="1200">
                <a:solidFill>
                  <a:schemeClr val="tx1"/>
                </a:solidFill>
                <a:latin typeface="Calibri"/>
              </a:defRPr>
            </a:lvl3pPr>
            <a:lvl4pPr marL="1600200" indent="-228600">
              <a:spcBef>
                <a:spcPts val="0"/>
              </a:spcBef>
              <a:defRPr sz="1200">
                <a:solidFill>
                  <a:schemeClr val="tx1"/>
                </a:solidFill>
                <a:latin typeface="Calibri"/>
              </a:defRPr>
            </a:lvl4pPr>
            <a:lvl5pPr marL="2057400" indent="-228600">
              <a:spcBef>
                <a:spcPts val="0"/>
              </a:spcBef>
              <a:defRPr sz="1200">
                <a:solidFill>
                  <a:schemeClr val="tx1"/>
                </a:solidFill>
                <a:latin typeface="Calibri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Calibri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Calibri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Calibri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Calibri"/>
              </a:defRPr>
            </a:lvl9pPr>
          </a:lstStyle>
          <a:p>
            <a:pPr>
              <a:spcBef>
                <a:spcPts val="0"/>
              </a:spcBef>
              <a:defRPr/>
            </a:pPr>
            <a:fld id="{8D536243-9E2E-4303-AFCC-68631D062AAC}" type="slidenum">
              <a:rPr lang="ru-RU">
                <a:latin typeface="Arial"/>
              </a:rPr>
              <a:t>11</a:t>
            </a:fld>
            <a:endParaRPr lang="ru-RU">
              <a:latin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1403566" name="Образ слайда 1"/>
          <p:cNvSpPr>
            <a:spLocks noChangeAspect="1" noGrp="1" noRot="1" noTextEdit="1"/>
          </p:cNvSpPr>
          <p:nvPr>
            <p:ph type="sldImg"/>
          </p:nvPr>
        </p:nvSpPr>
        <p:spPr bwMode="auto"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57732428" name="Заметки 2"/>
          <p:cNvSpPr>
            <a:spLocks noGrp="1"/>
          </p:cNvSpPr>
          <p:nvPr>
            <p:ph type="body" idx="1"/>
          </p:nvPr>
        </p:nvSpPr>
        <p:spPr bwMode="auto">
          <a:prstGeom prst="rect">
            <a:avLst/>
          </a:prstGeom>
          <a:noFill/>
        </p:spPr>
        <p:txBody>
          <a:bodyPr wrap="square" numCol="1" anchor="t" anchorCtr="0" compatLnSpc="1">
            <a:prstTxWarp prst="textNoShape"/>
          </a:bodyPr>
          <a:lstStyle/>
          <a:p>
            <a:pPr>
              <a:defRPr/>
            </a:pPr>
            <a:endParaRPr/>
          </a:p>
        </p:txBody>
      </p:sp>
      <p:sp>
        <p:nvSpPr>
          <p:cNvPr id="777185838" name="Номер слайда 3"/>
          <p:cNvSpPr>
            <a:spLocks noGrp="1"/>
          </p:cNvSpPr>
          <p:nvPr>
            <p:ph type="sldNum" sz="quarter" idx="5"/>
          </p:nvPr>
        </p:nvSpPr>
        <p:spPr bwMode="auto">
          <a:prstGeom prst="rect">
            <a:avLst/>
          </a:prstGeom>
          <a:noFill/>
        </p:spPr>
        <p:txBody>
          <a:bodyPr/>
          <a:lstStyle>
            <a:lvl1pPr>
              <a:spcBef>
                <a:spcPts val="0"/>
              </a:spcBef>
              <a:defRPr sz="1200">
                <a:solidFill>
                  <a:schemeClr val="tx1"/>
                </a:solidFill>
                <a:latin typeface="Calibri"/>
              </a:defRPr>
            </a:lvl1pPr>
            <a:lvl2pPr marL="742950" indent="-285750">
              <a:spcBef>
                <a:spcPts val="0"/>
              </a:spcBef>
              <a:defRPr sz="1200">
                <a:solidFill>
                  <a:schemeClr val="tx1"/>
                </a:solidFill>
                <a:latin typeface="Calibri"/>
              </a:defRPr>
            </a:lvl2pPr>
            <a:lvl3pPr marL="1143000" indent="-228600">
              <a:spcBef>
                <a:spcPts val="0"/>
              </a:spcBef>
              <a:defRPr sz="1200">
                <a:solidFill>
                  <a:schemeClr val="tx1"/>
                </a:solidFill>
                <a:latin typeface="Calibri"/>
              </a:defRPr>
            </a:lvl3pPr>
            <a:lvl4pPr marL="1600200" indent="-228600">
              <a:spcBef>
                <a:spcPts val="0"/>
              </a:spcBef>
              <a:defRPr sz="1200">
                <a:solidFill>
                  <a:schemeClr val="tx1"/>
                </a:solidFill>
                <a:latin typeface="Calibri"/>
              </a:defRPr>
            </a:lvl4pPr>
            <a:lvl5pPr marL="2057400" indent="-228600">
              <a:spcBef>
                <a:spcPts val="0"/>
              </a:spcBef>
              <a:defRPr sz="1200">
                <a:solidFill>
                  <a:schemeClr val="tx1"/>
                </a:solidFill>
                <a:latin typeface="Calibri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Calibri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Calibri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Calibri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Calibri"/>
              </a:defRPr>
            </a:lvl9pPr>
          </a:lstStyle>
          <a:p>
            <a:pPr>
              <a:spcBef>
                <a:spcPts val="0"/>
              </a:spcBef>
              <a:defRPr/>
            </a:pPr>
            <a:fld id="{F5E5C48B-7C7A-45B2-B5E2-A064A5309C4B}" type="slidenum">
              <a:rPr lang="ru-RU">
                <a:latin typeface="Arial"/>
              </a:rPr>
              <a:t>12</a:t>
            </a:fld>
            <a:endParaRPr lang="ru-RU">
              <a:latin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3573913" name="Образ слайда 1"/>
          <p:cNvSpPr>
            <a:spLocks noChangeAspect="1" noGrp="1" noRot="1" noTextEdit="1"/>
          </p:cNvSpPr>
          <p:nvPr>
            <p:ph type="sldImg"/>
          </p:nvPr>
        </p:nvSpPr>
        <p:spPr bwMode="auto"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12776443" name="Заметки 2"/>
          <p:cNvSpPr>
            <a:spLocks noGrp="1"/>
          </p:cNvSpPr>
          <p:nvPr>
            <p:ph type="body" idx="1"/>
          </p:nvPr>
        </p:nvSpPr>
        <p:spPr bwMode="auto">
          <a:prstGeom prst="rect">
            <a:avLst/>
          </a:prstGeom>
          <a:noFill/>
        </p:spPr>
        <p:txBody>
          <a:bodyPr wrap="square" numCol="1" anchor="t" anchorCtr="0" compatLnSpc="1">
            <a:prstTxWarp prst="textNoShape"/>
          </a:bodyPr>
          <a:lstStyle/>
          <a:p>
            <a:pPr>
              <a:defRPr/>
            </a:pPr>
            <a:endParaRPr/>
          </a:p>
        </p:txBody>
      </p:sp>
      <p:sp>
        <p:nvSpPr>
          <p:cNvPr id="1990071408" name="Номер слайда 3"/>
          <p:cNvSpPr>
            <a:spLocks noGrp="1"/>
          </p:cNvSpPr>
          <p:nvPr>
            <p:ph type="sldNum" sz="quarter" idx="5"/>
          </p:nvPr>
        </p:nvSpPr>
        <p:spPr bwMode="auto">
          <a:prstGeom prst="rect">
            <a:avLst/>
          </a:prstGeom>
          <a:noFill/>
        </p:spPr>
        <p:txBody>
          <a:bodyPr/>
          <a:lstStyle>
            <a:lvl1pPr>
              <a:spcBef>
                <a:spcPts val="0"/>
              </a:spcBef>
              <a:defRPr sz="1200">
                <a:solidFill>
                  <a:schemeClr val="tx1"/>
                </a:solidFill>
                <a:latin typeface="Calibri"/>
              </a:defRPr>
            </a:lvl1pPr>
            <a:lvl2pPr marL="742950" indent="-285750">
              <a:spcBef>
                <a:spcPts val="0"/>
              </a:spcBef>
              <a:defRPr sz="1200">
                <a:solidFill>
                  <a:schemeClr val="tx1"/>
                </a:solidFill>
                <a:latin typeface="Calibri"/>
              </a:defRPr>
            </a:lvl2pPr>
            <a:lvl3pPr marL="1143000" indent="-228600">
              <a:spcBef>
                <a:spcPts val="0"/>
              </a:spcBef>
              <a:defRPr sz="1200">
                <a:solidFill>
                  <a:schemeClr val="tx1"/>
                </a:solidFill>
                <a:latin typeface="Calibri"/>
              </a:defRPr>
            </a:lvl3pPr>
            <a:lvl4pPr marL="1600200" indent="-228600">
              <a:spcBef>
                <a:spcPts val="0"/>
              </a:spcBef>
              <a:defRPr sz="1200">
                <a:solidFill>
                  <a:schemeClr val="tx1"/>
                </a:solidFill>
                <a:latin typeface="Calibri"/>
              </a:defRPr>
            </a:lvl4pPr>
            <a:lvl5pPr marL="2057400" indent="-228600">
              <a:spcBef>
                <a:spcPts val="0"/>
              </a:spcBef>
              <a:defRPr sz="1200">
                <a:solidFill>
                  <a:schemeClr val="tx1"/>
                </a:solidFill>
                <a:latin typeface="Calibri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Calibri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Calibri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Calibri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Calibri"/>
              </a:defRPr>
            </a:lvl9pPr>
          </a:lstStyle>
          <a:p>
            <a:pPr>
              <a:spcBef>
                <a:spcPts val="0"/>
              </a:spcBef>
              <a:defRPr/>
            </a:pPr>
            <a:fld id="{FC36F2FF-1524-4157-94C2-73F2190FA428}" type="slidenum">
              <a:rPr lang="ru-RU">
                <a:latin typeface="Arial"/>
              </a:rPr>
              <a:t>13</a:t>
            </a:fld>
            <a:endParaRPr lang="ru-RU">
              <a:latin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9866222" name="Образ слайда 1"/>
          <p:cNvSpPr>
            <a:spLocks noChangeAspect="1" noGrp="1" noRot="1" noTextEdit="1"/>
          </p:cNvSpPr>
          <p:nvPr>
            <p:ph type="sldImg"/>
          </p:nvPr>
        </p:nvSpPr>
        <p:spPr bwMode="auto"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00886915" name="Заметки 2"/>
          <p:cNvSpPr>
            <a:spLocks noGrp="1"/>
          </p:cNvSpPr>
          <p:nvPr>
            <p:ph type="body" idx="1"/>
          </p:nvPr>
        </p:nvSpPr>
        <p:spPr bwMode="auto">
          <a:prstGeom prst="rect">
            <a:avLst/>
          </a:prstGeom>
          <a:noFill/>
        </p:spPr>
        <p:txBody>
          <a:bodyPr wrap="square" numCol="1" anchor="t" anchorCtr="0" compatLnSpc="1">
            <a:prstTxWarp prst="textNoShape"/>
          </a:bodyPr>
          <a:lstStyle/>
          <a:p>
            <a:pPr>
              <a:defRPr/>
            </a:pPr>
            <a:endParaRPr/>
          </a:p>
        </p:txBody>
      </p:sp>
      <p:sp>
        <p:nvSpPr>
          <p:cNvPr id="308422345" name="Номер слайда 3"/>
          <p:cNvSpPr>
            <a:spLocks noGrp="1"/>
          </p:cNvSpPr>
          <p:nvPr>
            <p:ph type="sldNum" sz="quarter" idx="5"/>
          </p:nvPr>
        </p:nvSpPr>
        <p:spPr bwMode="auto">
          <a:prstGeom prst="rect">
            <a:avLst/>
          </a:prstGeom>
          <a:noFill/>
        </p:spPr>
        <p:txBody>
          <a:bodyPr/>
          <a:lstStyle>
            <a:lvl1pPr>
              <a:spcBef>
                <a:spcPts val="0"/>
              </a:spcBef>
              <a:defRPr sz="1200">
                <a:solidFill>
                  <a:schemeClr val="tx1"/>
                </a:solidFill>
                <a:latin typeface="Calibri"/>
              </a:defRPr>
            </a:lvl1pPr>
            <a:lvl2pPr marL="742950" indent="-285750">
              <a:spcBef>
                <a:spcPts val="0"/>
              </a:spcBef>
              <a:defRPr sz="1200">
                <a:solidFill>
                  <a:schemeClr val="tx1"/>
                </a:solidFill>
                <a:latin typeface="Calibri"/>
              </a:defRPr>
            </a:lvl2pPr>
            <a:lvl3pPr marL="1143000" indent="-228600">
              <a:spcBef>
                <a:spcPts val="0"/>
              </a:spcBef>
              <a:defRPr sz="1200">
                <a:solidFill>
                  <a:schemeClr val="tx1"/>
                </a:solidFill>
                <a:latin typeface="Calibri"/>
              </a:defRPr>
            </a:lvl3pPr>
            <a:lvl4pPr marL="1600200" indent="-228600">
              <a:spcBef>
                <a:spcPts val="0"/>
              </a:spcBef>
              <a:defRPr sz="1200">
                <a:solidFill>
                  <a:schemeClr val="tx1"/>
                </a:solidFill>
                <a:latin typeface="Calibri"/>
              </a:defRPr>
            </a:lvl4pPr>
            <a:lvl5pPr marL="2057400" indent="-228600">
              <a:spcBef>
                <a:spcPts val="0"/>
              </a:spcBef>
              <a:defRPr sz="1200">
                <a:solidFill>
                  <a:schemeClr val="tx1"/>
                </a:solidFill>
                <a:latin typeface="Calibri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Calibri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Calibri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Calibri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Calibri"/>
              </a:defRPr>
            </a:lvl9pPr>
          </a:lstStyle>
          <a:p>
            <a:pPr>
              <a:spcBef>
                <a:spcPts val="0"/>
              </a:spcBef>
              <a:defRPr/>
            </a:pPr>
            <a:fld id="{5FE303E5-FE7F-448F-8070-8B8E1F5B3C97}" type="slidenum">
              <a:rPr lang="ru-RU">
                <a:latin typeface="Arial"/>
              </a:rPr>
              <a:t>14</a:t>
            </a:fld>
            <a:endParaRPr lang="ru-RU">
              <a:latin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0770249" name="Образ слайда 1"/>
          <p:cNvSpPr>
            <a:spLocks noChangeAspect="1" noGrp="1" noRot="1" noTextEdit="1"/>
          </p:cNvSpPr>
          <p:nvPr>
            <p:ph type="sldImg"/>
          </p:nvPr>
        </p:nvSpPr>
        <p:spPr bwMode="auto"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7679376" name="Заметки 2"/>
          <p:cNvSpPr>
            <a:spLocks noGrp="1"/>
          </p:cNvSpPr>
          <p:nvPr>
            <p:ph type="body" idx="1"/>
          </p:nvPr>
        </p:nvSpPr>
        <p:spPr bwMode="auto">
          <a:prstGeom prst="rect">
            <a:avLst/>
          </a:prstGeom>
          <a:noFill/>
        </p:spPr>
        <p:txBody>
          <a:bodyPr wrap="square" numCol="1" anchor="t" anchorCtr="0" compatLnSpc="1">
            <a:prstTxWarp prst="textNoShape"/>
          </a:bodyPr>
          <a:lstStyle/>
          <a:p>
            <a:pPr>
              <a:defRPr/>
            </a:pPr>
            <a:endParaRPr/>
          </a:p>
        </p:txBody>
      </p:sp>
      <p:sp>
        <p:nvSpPr>
          <p:cNvPr id="267497644" name="Номер слайда 3"/>
          <p:cNvSpPr>
            <a:spLocks noGrp="1"/>
          </p:cNvSpPr>
          <p:nvPr>
            <p:ph type="sldNum" sz="quarter" idx="5"/>
          </p:nvPr>
        </p:nvSpPr>
        <p:spPr bwMode="auto">
          <a:prstGeom prst="rect">
            <a:avLst/>
          </a:prstGeom>
          <a:noFill/>
        </p:spPr>
        <p:txBody>
          <a:bodyPr/>
          <a:lstStyle>
            <a:lvl1pPr>
              <a:spcBef>
                <a:spcPts val="0"/>
              </a:spcBef>
              <a:defRPr sz="1200">
                <a:solidFill>
                  <a:schemeClr val="tx1"/>
                </a:solidFill>
                <a:latin typeface="Calibri"/>
              </a:defRPr>
            </a:lvl1pPr>
            <a:lvl2pPr marL="742950" indent="-285750">
              <a:spcBef>
                <a:spcPts val="0"/>
              </a:spcBef>
              <a:defRPr sz="1200">
                <a:solidFill>
                  <a:schemeClr val="tx1"/>
                </a:solidFill>
                <a:latin typeface="Calibri"/>
              </a:defRPr>
            </a:lvl2pPr>
            <a:lvl3pPr marL="1143000" indent="-228600">
              <a:spcBef>
                <a:spcPts val="0"/>
              </a:spcBef>
              <a:defRPr sz="1200">
                <a:solidFill>
                  <a:schemeClr val="tx1"/>
                </a:solidFill>
                <a:latin typeface="Calibri"/>
              </a:defRPr>
            </a:lvl3pPr>
            <a:lvl4pPr marL="1600200" indent="-228600">
              <a:spcBef>
                <a:spcPts val="0"/>
              </a:spcBef>
              <a:defRPr sz="1200">
                <a:solidFill>
                  <a:schemeClr val="tx1"/>
                </a:solidFill>
                <a:latin typeface="Calibri"/>
              </a:defRPr>
            </a:lvl4pPr>
            <a:lvl5pPr marL="2057400" indent="-228600">
              <a:spcBef>
                <a:spcPts val="0"/>
              </a:spcBef>
              <a:defRPr sz="1200">
                <a:solidFill>
                  <a:schemeClr val="tx1"/>
                </a:solidFill>
                <a:latin typeface="Calibri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Calibri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Calibri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Calibri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Calibri"/>
              </a:defRPr>
            </a:lvl9pPr>
          </a:lstStyle>
          <a:p>
            <a:pPr>
              <a:spcBef>
                <a:spcPts val="0"/>
              </a:spcBef>
              <a:defRPr/>
            </a:pPr>
            <a:fld id="{E035BD11-3716-4D66-A674-06961C02E982}" type="slidenum">
              <a:rPr lang="ru-RU">
                <a:latin typeface="Arial"/>
              </a:rPr>
              <a:t>15</a:t>
            </a:fld>
            <a:endParaRPr lang="ru-RU">
              <a:latin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2437987" name="Образ слайда 1"/>
          <p:cNvSpPr>
            <a:spLocks noChangeAspect="1" noGrp="1" noRot="1" noTextEdit="1"/>
          </p:cNvSpPr>
          <p:nvPr>
            <p:ph type="sldImg"/>
          </p:nvPr>
        </p:nvSpPr>
        <p:spPr bwMode="auto"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61543914" name="Заметки 2"/>
          <p:cNvSpPr>
            <a:spLocks noGrp="1"/>
          </p:cNvSpPr>
          <p:nvPr>
            <p:ph type="body" idx="1"/>
          </p:nvPr>
        </p:nvSpPr>
        <p:spPr bwMode="auto">
          <a:prstGeom prst="rect">
            <a:avLst/>
          </a:prstGeom>
          <a:noFill/>
        </p:spPr>
        <p:txBody>
          <a:bodyPr wrap="square" numCol="1" anchor="t" anchorCtr="0" compatLnSpc="1">
            <a:prstTxWarp prst="textNoShape"/>
          </a:bodyPr>
          <a:lstStyle/>
          <a:p>
            <a:pPr>
              <a:defRPr/>
            </a:pPr>
            <a:endParaRPr/>
          </a:p>
        </p:txBody>
      </p:sp>
      <p:sp>
        <p:nvSpPr>
          <p:cNvPr id="1143934445" name="Номер слайда 3"/>
          <p:cNvSpPr>
            <a:spLocks noGrp="1"/>
          </p:cNvSpPr>
          <p:nvPr>
            <p:ph type="sldNum" sz="quarter" idx="5"/>
          </p:nvPr>
        </p:nvSpPr>
        <p:spPr bwMode="auto">
          <a:prstGeom prst="rect">
            <a:avLst/>
          </a:prstGeom>
          <a:noFill/>
        </p:spPr>
        <p:txBody>
          <a:bodyPr/>
          <a:lstStyle>
            <a:lvl1pPr>
              <a:spcBef>
                <a:spcPts val="0"/>
              </a:spcBef>
              <a:defRPr sz="1200">
                <a:solidFill>
                  <a:schemeClr val="tx1"/>
                </a:solidFill>
                <a:latin typeface="Calibri"/>
              </a:defRPr>
            </a:lvl1pPr>
            <a:lvl2pPr marL="742950" indent="-285750">
              <a:spcBef>
                <a:spcPts val="0"/>
              </a:spcBef>
              <a:defRPr sz="1200">
                <a:solidFill>
                  <a:schemeClr val="tx1"/>
                </a:solidFill>
                <a:latin typeface="Calibri"/>
              </a:defRPr>
            </a:lvl2pPr>
            <a:lvl3pPr marL="1143000" indent="-228600">
              <a:spcBef>
                <a:spcPts val="0"/>
              </a:spcBef>
              <a:defRPr sz="1200">
                <a:solidFill>
                  <a:schemeClr val="tx1"/>
                </a:solidFill>
                <a:latin typeface="Calibri"/>
              </a:defRPr>
            </a:lvl3pPr>
            <a:lvl4pPr marL="1600200" indent="-228600">
              <a:spcBef>
                <a:spcPts val="0"/>
              </a:spcBef>
              <a:defRPr sz="1200">
                <a:solidFill>
                  <a:schemeClr val="tx1"/>
                </a:solidFill>
                <a:latin typeface="Calibri"/>
              </a:defRPr>
            </a:lvl4pPr>
            <a:lvl5pPr marL="2057400" indent="-228600">
              <a:spcBef>
                <a:spcPts val="0"/>
              </a:spcBef>
              <a:defRPr sz="1200">
                <a:solidFill>
                  <a:schemeClr val="tx1"/>
                </a:solidFill>
                <a:latin typeface="Calibri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Calibri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Calibri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Calibri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Calibri"/>
              </a:defRPr>
            </a:lvl9pPr>
          </a:lstStyle>
          <a:p>
            <a:pPr>
              <a:spcBef>
                <a:spcPts val="0"/>
              </a:spcBef>
              <a:defRPr/>
            </a:pPr>
            <a:fld id="{E035BD11-3716-4D66-A674-06961C02E982}" type="slidenum">
              <a:rPr lang="ru-RU">
                <a:latin typeface="Arial"/>
              </a:rPr>
              <a:t>16</a:t>
            </a:fld>
            <a:endParaRPr lang="ru-RU">
              <a:latin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6321214" name="Образ слайда 1"/>
          <p:cNvSpPr>
            <a:spLocks noChangeAspect="1" noGrp="1" noRot="1" noTextEdit="1"/>
          </p:cNvSpPr>
          <p:nvPr>
            <p:ph type="sldImg"/>
          </p:nvPr>
        </p:nvSpPr>
        <p:spPr bwMode="auto"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62121720" name="Заметки 2"/>
          <p:cNvSpPr>
            <a:spLocks noGrp="1"/>
          </p:cNvSpPr>
          <p:nvPr>
            <p:ph type="body" idx="1"/>
          </p:nvPr>
        </p:nvSpPr>
        <p:spPr bwMode="auto">
          <a:prstGeom prst="rect">
            <a:avLst/>
          </a:prstGeom>
          <a:noFill/>
        </p:spPr>
        <p:txBody>
          <a:bodyPr wrap="square" numCol="1" anchor="t" anchorCtr="0" compatLnSpc="1">
            <a:prstTxWarp prst="textNoShape"/>
          </a:bodyPr>
          <a:lstStyle/>
          <a:p>
            <a:pPr>
              <a:defRPr/>
            </a:pPr>
            <a:endParaRPr/>
          </a:p>
        </p:txBody>
      </p:sp>
      <p:sp>
        <p:nvSpPr>
          <p:cNvPr id="1512798606" name="Номер слайда 3"/>
          <p:cNvSpPr>
            <a:spLocks noGrp="1"/>
          </p:cNvSpPr>
          <p:nvPr>
            <p:ph type="sldNum" sz="quarter" idx="5"/>
          </p:nvPr>
        </p:nvSpPr>
        <p:spPr bwMode="auto">
          <a:prstGeom prst="rect">
            <a:avLst/>
          </a:prstGeom>
          <a:noFill/>
        </p:spPr>
        <p:txBody>
          <a:bodyPr/>
          <a:lstStyle>
            <a:lvl1pPr>
              <a:spcBef>
                <a:spcPts val="0"/>
              </a:spcBef>
              <a:defRPr sz="1200">
                <a:solidFill>
                  <a:schemeClr val="tx1"/>
                </a:solidFill>
                <a:latin typeface="Calibri"/>
              </a:defRPr>
            </a:lvl1pPr>
            <a:lvl2pPr marL="742950" indent="-285750">
              <a:spcBef>
                <a:spcPts val="0"/>
              </a:spcBef>
              <a:defRPr sz="1200">
                <a:solidFill>
                  <a:schemeClr val="tx1"/>
                </a:solidFill>
                <a:latin typeface="Calibri"/>
              </a:defRPr>
            </a:lvl2pPr>
            <a:lvl3pPr marL="1143000" indent="-228600">
              <a:spcBef>
                <a:spcPts val="0"/>
              </a:spcBef>
              <a:defRPr sz="1200">
                <a:solidFill>
                  <a:schemeClr val="tx1"/>
                </a:solidFill>
                <a:latin typeface="Calibri"/>
              </a:defRPr>
            </a:lvl3pPr>
            <a:lvl4pPr marL="1600200" indent="-228600">
              <a:spcBef>
                <a:spcPts val="0"/>
              </a:spcBef>
              <a:defRPr sz="1200">
                <a:solidFill>
                  <a:schemeClr val="tx1"/>
                </a:solidFill>
                <a:latin typeface="Calibri"/>
              </a:defRPr>
            </a:lvl4pPr>
            <a:lvl5pPr marL="2057400" indent="-228600">
              <a:spcBef>
                <a:spcPts val="0"/>
              </a:spcBef>
              <a:defRPr sz="1200">
                <a:solidFill>
                  <a:schemeClr val="tx1"/>
                </a:solidFill>
                <a:latin typeface="Calibri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Calibri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Calibri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Calibri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Calibri"/>
              </a:defRPr>
            </a:lvl9pPr>
          </a:lstStyle>
          <a:p>
            <a:pPr>
              <a:spcBef>
                <a:spcPts val="0"/>
              </a:spcBef>
              <a:defRPr/>
            </a:pPr>
            <a:fld id="{7EA112E8-C073-46D9-9F0A-FFD6279DA7DA}" type="slidenum">
              <a:rPr lang="ru-RU">
                <a:latin typeface="Arial"/>
              </a:rPr>
              <a:t>17</a:t>
            </a:fld>
            <a:endParaRPr lang="ru-RU">
              <a:latin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410715" name="Образ слайда 1"/>
          <p:cNvSpPr>
            <a:spLocks noChangeAspect="1" noGrp="1" noRot="1" noTextEdit="1"/>
          </p:cNvSpPr>
          <p:nvPr>
            <p:ph type="sldImg"/>
          </p:nvPr>
        </p:nvSpPr>
        <p:spPr bwMode="auto"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01403652" name="Заметки 2"/>
          <p:cNvSpPr>
            <a:spLocks noGrp="1"/>
          </p:cNvSpPr>
          <p:nvPr>
            <p:ph type="body" idx="1"/>
          </p:nvPr>
        </p:nvSpPr>
        <p:spPr bwMode="auto">
          <a:prstGeom prst="rect">
            <a:avLst/>
          </a:prstGeom>
          <a:noFill/>
        </p:spPr>
        <p:txBody>
          <a:bodyPr wrap="square" numCol="1" anchor="t" anchorCtr="0" compatLnSpc="1">
            <a:prstTxWarp prst="textNoShape"/>
          </a:bodyPr>
          <a:lstStyle/>
          <a:p>
            <a:pPr>
              <a:defRPr/>
            </a:pPr>
            <a:endParaRPr/>
          </a:p>
        </p:txBody>
      </p:sp>
      <p:sp>
        <p:nvSpPr>
          <p:cNvPr id="1227778497" name="Номер слайда 3"/>
          <p:cNvSpPr>
            <a:spLocks noGrp="1"/>
          </p:cNvSpPr>
          <p:nvPr>
            <p:ph type="sldNum" sz="quarter" idx="5"/>
          </p:nvPr>
        </p:nvSpPr>
        <p:spPr bwMode="auto">
          <a:prstGeom prst="rect">
            <a:avLst/>
          </a:prstGeom>
          <a:noFill/>
        </p:spPr>
        <p:txBody>
          <a:bodyPr/>
          <a:lstStyle>
            <a:lvl1pPr>
              <a:spcBef>
                <a:spcPts val="0"/>
              </a:spcBef>
              <a:defRPr sz="1200">
                <a:solidFill>
                  <a:schemeClr val="tx1"/>
                </a:solidFill>
                <a:latin typeface="Calibri"/>
              </a:defRPr>
            </a:lvl1pPr>
            <a:lvl2pPr marL="742950" indent="-285750">
              <a:spcBef>
                <a:spcPts val="0"/>
              </a:spcBef>
              <a:defRPr sz="1200">
                <a:solidFill>
                  <a:schemeClr val="tx1"/>
                </a:solidFill>
                <a:latin typeface="Calibri"/>
              </a:defRPr>
            </a:lvl2pPr>
            <a:lvl3pPr marL="1143000" indent="-228600">
              <a:spcBef>
                <a:spcPts val="0"/>
              </a:spcBef>
              <a:defRPr sz="1200">
                <a:solidFill>
                  <a:schemeClr val="tx1"/>
                </a:solidFill>
                <a:latin typeface="Calibri"/>
              </a:defRPr>
            </a:lvl3pPr>
            <a:lvl4pPr marL="1600200" indent="-228600">
              <a:spcBef>
                <a:spcPts val="0"/>
              </a:spcBef>
              <a:defRPr sz="1200">
                <a:solidFill>
                  <a:schemeClr val="tx1"/>
                </a:solidFill>
                <a:latin typeface="Calibri"/>
              </a:defRPr>
            </a:lvl4pPr>
            <a:lvl5pPr marL="2057400" indent="-228600">
              <a:spcBef>
                <a:spcPts val="0"/>
              </a:spcBef>
              <a:defRPr sz="1200">
                <a:solidFill>
                  <a:schemeClr val="tx1"/>
                </a:solidFill>
                <a:latin typeface="Calibri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Calibri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Calibri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Calibri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Calibri"/>
              </a:defRPr>
            </a:lvl9pPr>
          </a:lstStyle>
          <a:p>
            <a:pPr>
              <a:spcBef>
                <a:spcPts val="0"/>
              </a:spcBef>
              <a:defRPr/>
            </a:pPr>
            <a:fld id="{CB6379B1-8231-486F-BA95-4969BC441F8E}" type="slidenum">
              <a:rPr lang="ru-RU">
                <a:latin typeface="Arial"/>
              </a:rPr>
              <a:t>18</a:t>
            </a:fld>
            <a:endParaRPr lang="ru-RU">
              <a:latin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2998473" name="Образ слайда 1"/>
          <p:cNvSpPr>
            <a:spLocks noChangeAspect="1" noGrp="1" noRot="1" noTextEdit="1"/>
          </p:cNvSpPr>
          <p:nvPr>
            <p:ph type="sldImg"/>
          </p:nvPr>
        </p:nvSpPr>
        <p:spPr bwMode="auto"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77639889" name="Заметки 2"/>
          <p:cNvSpPr>
            <a:spLocks noGrp="1"/>
          </p:cNvSpPr>
          <p:nvPr>
            <p:ph type="body" idx="1"/>
          </p:nvPr>
        </p:nvSpPr>
        <p:spPr bwMode="auto">
          <a:prstGeom prst="rect">
            <a:avLst/>
          </a:prstGeom>
          <a:noFill/>
        </p:spPr>
        <p:txBody>
          <a:bodyPr wrap="square" numCol="1" anchor="t" anchorCtr="0" compatLnSpc="1">
            <a:prstTxWarp prst="textNoShape"/>
          </a:bodyPr>
          <a:lstStyle/>
          <a:p>
            <a:pPr>
              <a:defRPr/>
            </a:pPr>
            <a:endParaRPr/>
          </a:p>
        </p:txBody>
      </p:sp>
      <p:sp>
        <p:nvSpPr>
          <p:cNvPr id="54431696" name="Номер слайда 3"/>
          <p:cNvSpPr>
            <a:spLocks noGrp="1"/>
          </p:cNvSpPr>
          <p:nvPr>
            <p:ph type="sldNum" sz="quarter" idx="5"/>
          </p:nvPr>
        </p:nvSpPr>
        <p:spPr bwMode="auto">
          <a:prstGeom prst="rect">
            <a:avLst/>
          </a:prstGeom>
          <a:noFill/>
        </p:spPr>
        <p:txBody>
          <a:bodyPr/>
          <a:lstStyle>
            <a:lvl1pPr>
              <a:spcBef>
                <a:spcPts val="0"/>
              </a:spcBef>
              <a:defRPr sz="1200">
                <a:solidFill>
                  <a:schemeClr val="tx1"/>
                </a:solidFill>
                <a:latin typeface="Calibri"/>
              </a:defRPr>
            </a:lvl1pPr>
            <a:lvl2pPr marL="742950" indent="-285750">
              <a:spcBef>
                <a:spcPts val="0"/>
              </a:spcBef>
              <a:defRPr sz="1200">
                <a:solidFill>
                  <a:schemeClr val="tx1"/>
                </a:solidFill>
                <a:latin typeface="Calibri"/>
              </a:defRPr>
            </a:lvl2pPr>
            <a:lvl3pPr marL="1143000" indent="-228600">
              <a:spcBef>
                <a:spcPts val="0"/>
              </a:spcBef>
              <a:defRPr sz="1200">
                <a:solidFill>
                  <a:schemeClr val="tx1"/>
                </a:solidFill>
                <a:latin typeface="Calibri"/>
              </a:defRPr>
            </a:lvl3pPr>
            <a:lvl4pPr marL="1600200" indent="-228600">
              <a:spcBef>
                <a:spcPts val="0"/>
              </a:spcBef>
              <a:defRPr sz="1200">
                <a:solidFill>
                  <a:schemeClr val="tx1"/>
                </a:solidFill>
                <a:latin typeface="Calibri"/>
              </a:defRPr>
            </a:lvl4pPr>
            <a:lvl5pPr marL="2057400" indent="-228600">
              <a:spcBef>
                <a:spcPts val="0"/>
              </a:spcBef>
              <a:defRPr sz="1200">
                <a:solidFill>
                  <a:schemeClr val="tx1"/>
                </a:solidFill>
                <a:latin typeface="Calibri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Calibri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Calibri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Calibri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Calibri"/>
              </a:defRPr>
            </a:lvl9pPr>
          </a:lstStyle>
          <a:p>
            <a:pPr>
              <a:spcBef>
                <a:spcPts val="0"/>
              </a:spcBef>
              <a:defRPr/>
            </a:pPr>
            <a:fld id="{DED3FA23-95C7-4255-B994-310EE878D5C8}" type="slidenum">
              <a:rPr lang="ru-RU">
                <a:latin typeface="Arial"/>
              </a:rPr>
              <a:t>19</a:t>
            </a:fld>
            <a:endParaRPr lang="ru-RU">
              <a:latin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4624527" name="Образ слайда 1"/>
          <p:cNvSpPr>
            <a:spLocks noChangeAspect="1" noGrp="1" noRot="1" noTextEdit="1"/>
          </p:cNvSpPr>
          <p:nvPr>
            <p:ph type="sldImg"/>
          </p:nvPr>
        </p:nvSpPr>
        <p:spPr bwMode="auto"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53642831" name="Заметки 2"/>
          <p:cNvSpPr>
            <a:spLocks noGrp="1"/>
          </p:cNvSpPr>
          <p:nvPr>
            <p:ph type="body" idx="1"/>
          </p:nvPr>
        </p:nvSpPr>
        <p:spPr bwMode="auto">
          <a:prstGeom prst="rect">
            <a:avLst/>
          </a:prstGeom>
          <a:noFill/>
        </p:spPr>
        <p:txBody>
          <a:bodyPr wrap="square" numCol="1" anchor="t" anchorCtr="0" compatLnSpc="1">
            <a:prstTxWarp prst="textNoShape"/>
          </a:bodyPr>
          <a:lstStyle/>
          <a:p>
            <a:pPr>
              <a:defRPr/>
            </a:pPr>
            <a:endParaRPr/>
          </a:p>
        </p:txBody>
      </p:sp>
      <p:sp>
        <p:nvSpPr>
          <p:cNvPr id="1379350039" name="Номер слайда 3"/>
          <p:cNvSpPr>
            <a:spLocks noGrp="1"/>
          </p:cNvSpPr>
          <p:nvPr>
            <p:ph type="sldNum" sz="quarter" idx="5"/>
          </p:nvPr>
        </p:nvSpPr>
        <p:spPr bwMode="auto">
          <a:prstGeom prst="rect">
            <a:avLst/>
          </a:prstGeom>
          <a:noFill/>
        </p:spPr>
        <p:txBody>
          <a:bodyPr/>
          <a:lstStyle>
            <a:lvl1pPr>
              <a:spcBef>
                <a:spcPts val="0"/>
              </a:spcBef>
              <a:defRPr sz="1200">
                <a:solidFill>
                  <a:schemeClr val="tx1"/>
                </a:solidFill>
                <a:latin typeface="Calibri"/>
              </a:defRPr>
            </a:lvl1pPr>
            <a:lvl2pPr marL="742950" indent="-285750">
              <a:spcBef>
                <a:spcPts val="0"/>
              </a:spcBef>
              <a:defRPr sz="1200">
                <a:solidFill>
                  <a:schemeClr val="tx1"/>
                </a:solidFill>
                <a:latin typeface="Calibri"/>
              </a:defRPr>
            </a:lvl2pPr>
            <a:lvl3pPr marL="1143000" indent="-228600">
              <a:spcBef>
                <a:spcPts val="0"/>
              </a:spcBef>
              <a:defRPr sz="1200">
                <a:solidFill>
                  <a:schemeClr val="tx1"/>
                </a:solidFill>
                <a:latin typeface="Calibri"/>
              </a:defRPr>
            </a:lvl3pPr>
            <a:lvl4pPr marL="1600200" indent="-228600">
              <a:spcBef>
                <a:spcPts val="0"/>
              </a:spcBef>
              <a:defRPr sz="1200">
                <a:solidFill>
                  <a:schemeClr val="tx1"/>
                </a:solidFill>
                <a:latin typeface="Calibri"/>
              </a:defRPr>
            </a:lvl4pPr>
            <a:lvl5pPr marL="2057400" indent="-228600">
              <a:spcBef>
                <a:spcPts val="0"/>
              </a:spcBef>
              <a:defRPr sz="1200">
                <a:solidFill>
                  <a:schemeClr val="tx1"/>
                </a:solidFill>
                <a:latin typeface="Calibri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Calibri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Calibri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Calibri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Calibri"/>
              </a:defRPr>
            </a:lvl9pPr>
          </a:lstStyle>
          <a:p>
            <a:pPr>
              <a:spcBef>
                <a:spcPts val="0"/>
              </a:spcBef>
              <a:defRPr/>
            </a:pPr>
            <a:fld id="{6FCDE705-731E-4B7C-9ED9-ACB5666421BD}" type="slidenum">
              <a:rPr lang="ru-RU">
                <a:latin typeface="Arial"/>
              </a:rPr>
              <a:t>20</a:t>
            </a:fld>
            <a:endParaRPr lang="ru-RU">
              <a:latin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7746709" name="Образ слайда 1"/>
          <p:cNvSpPr>
            <a:spLocks noChangeAspect="1" noGrp="1" noRot="1" noTextEdit="1"/>
          </p:cNvSpPr>
          <p:nvPr>
            <p:ph type="sldImg"/>
          </p:nvPr>
        </p:nvSpPr>
        <p:spPr bwMode="auto"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32599653" name="Заметки 2"/>
          <p:cNvSpPr>
            <a:spLocks noGrp="1"/>
          </p:cNvSpPr>
          <p:nvPr>
            <p:ph type="body" idx="1"/>
          </p:nvPr>
        </p:nvSpPr>
        <p:spPr bwMode="auto">
          <a:prstGeom prst="rect">
            <a:avLst/>
          </a:prstGeom>
          <a:noFill/>
        </p:spPr>
        <p:txBody>
          <a:bodyPr wrap="square" numCol="1" anchor="t" anchorCtr="0" compatLnSpc="1">
            <a:prstTxWarp prst="textNoShape"/>
          </a:bodyPr>
          <a:lstStyle/>
          <a:p>
            <a:pPr>
              <a:defRPr/>
            </a:pPr>
            <a:endParaRPr/>
          </a:p>
        </p:txBody>
      </p:sp>
      <p:sp>
        <p:nvSpPr>
          <p:cNvPr id="1757940264" name="Номер слайда 3"/>
          <p:cNvSpPr>
            <a:spLocks noGrp="1"/>
          </p:cNvSpPr>
          <p:nvPr>
            <p:ph type="sldNum" sz="quarter" idx="5"/>
          </p:nvPr>
        </p:nvSpPr>
        <p:spPr bwMode="auto">
          <a:prstGeom prst="rect">
            <a:avLst/>
          </a:prstGeom>
          <a:noFill/>
        </p:spPr>
        <p:txBody>
          <a:bodyPr/>
          <a:lstStyle>
            <a:lvl1pPr>
              <a:spcBef>
                <a:spcPts val="0"/>
              </a:spcBef>
              <a:defRPr sz="1200">
                <a:solidFill>
                  <a:schemeClr val="tx1"/>
                </a:solidFill>
                <a:latin typeface="Calibri"/>
              </a:defRPr>
            </a:lvl1pPr>
            <a:lvl2pPr marL="742950" indent="-285750">
              <a:spcBef>
                <a:spcPts val="0"/>
              </a:spcBef>
              <a:defRPr sz="1200">
                <a:solidFill>
                  <a:schemeClr val="tx1"/>
                </a:solidFill>
                <a:latin typeface="Calibri"/>
              </a:defRPr>
            </a:lvl2pPr>
            <a:lvl3pPr marL="1143000" indent="-228600">
              <a:spcBef>
                <a:spcPts val="0"/>
              </a:spcBef>
              <a:defRPr sz="1200">
                <a:solidFill>
                  <a:schemeClr val="tx1"/>
                </a:solidFill>
                <a:latin typeface="Calibri"/>
              </a:defRPr>
            </a:lvl3pPr>
            <a:lvl4pPr marL="1600200" indent="-228600">
              <a:spcBef>
                <a:spcPts val="0"/>
              </a:spcBef>
              <a:defRPr sz="1200">
                <a:solidFill>
                  <a:schemeClr val="tx1"/>
                </a:solidFill>
                <a:latin typeface="Calibri"/>
              </a:defRPr>
            </a:lvl4pPr>
            <a:lvl5pPr marL="2057400" indent="-228600">
              <a:spcBef>
                <a:spcPts val="0"/>
              </a:spcBef>
              <a:defRPr sz="1200">
                <a:solidFill>
                  <a:schemeClr val="tx1"/>
                </a:solidFill>
                <a:latin typeface="Calibri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Calibri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Calibri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Calibri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Calibri"/>
              </a:defRPr>
            </a:lvl9pPr>
          </a:lstStyle>
          <a:p>
            <a:pPr>
              <a:spcBef>
                <a:spcPts val="0"/>
              </a:spcBef>
              <a:defRPr/>
            </a:pPr>
            <a:fld id="{7A6BBE6E-0C7C-4497-872B-18A60C456FA4}" type="slidenum">
              <a:rPr lang="ru-RU">
                <a:latin typeface="Arial"/>
              </a:rPr>
              <a:t>21</a:t>
            </a:fld>
            <a:endParaRPr lang="ru-RU">
              <a:latin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5649546" name="Образ слайда 1"/>
          <p:cNvSpPr>
            <a:spLocks noChangeAspect="1" noGrp="1" noRot="1" noTextEdit="1"/>
          </p:cNvSpPr>
          <p:nvPr>
            <p:ph type="sldImg"/>
          </p:nvPr>
        </p:nvSpPr>
        <p:spPr bwMode="auto"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46374779" name="Заметки 2"/>
          <p:cNvSpPr>
            <a:spLocks noGrp="1"/>
          </p:cNvSpPr>
          <p:nvPr>
            <p:ph type="body" idx="1"/>
          </p:nvPr>
        </p:nvSpPr>
        <p:spPr bwMode="auto">
          <a:prstGeom prst="rect">
            <a:avLst/>
          </a:prstGeom>
          <a:noFill/>
        </p:spPr>
        <p:txBody>
          <a:bodyPr wrap="square" numCol="1" anchor="t" anchorCtr="0" compatLnSpc="1">
            <a:prstTxWarp prst="textNoShape"/>
          </a:bodyPr>
          <a:lstStyle/>
          <a:p>
            <a:pPr>
              <a:defRPr/>
            </a:pPr>
            <a:endParaRPr/>
          </a:p>
        </p:txBody>
      </p:sp>
      <p:sp>
        <p:nvSpPr>
          <p:cNvPr id="1304857416" name="Номер слайда 3"/>
          <p:cNvSpPr>
            <a:spLocks noGrp="1"/>
          </p:cNvSpPr>
          <p:nvPr>
            <p:ph type="sldNum" sz="quarter" idx="5"/>
          </p:nvPr>
        </p:nvSpPr>
        <p:spPr bwMode="auto">
          <a:prstGeom prst="rect">
            <a:avLst/>
          </a:prstGeom>
          <a:noFill/>
        </p:spPr>
        <p:txBody>
          <a:bodyPr/>
          <a:lstStyle>
            <a:lvl1pPr>
              <a:spcBef>
                <a:spcPts val="0"/>
              </a:spcBef>
              <a:defRPr sz="1200">
                <a:solidFill>
                  <a:schemeClr val="tx1"/>
                </a:solidFill>
                <a:latin typeface="Calibri"/>
              </a:defRPr>
            </a:lvl1pPr>
            <a:lvl2pPr marL="742950" indent="-285750">
              <a:spcBef>
                <a:spcPts val="0"/>
              </a:spcBef>
              <a:defRPr sz="1200">
                <a:solidFill>
                  <a:schemeClr val="tx1"/>
                </a:solidFill>
                <a:latin typeface="Calibri"/>
              </a:defRPr>
            </a:lvl2pPr>
            <a:lvl3pPr marL="1143000" indent="-228600">
              <a:spcBef>
                <a:spcPts val="0"/>
              </a:spcBef>
              <a:defRPr sz="1200">
                <a:solidFill>
                  <a:schemeClr val="tx1"/>
                </a:solidFill>
                <a:latin typeface="Calibri"/>
              </a:defRPr>
            </a:lvl3pPr>
            <a:lvl4pPr marL="1600200" indent="-228600">
              <a:spcBef>
                <a:spcPts val="0"/>
              </a:spcBef>
              <a:defRPr sz="1200">
                <a:solidFill>
                  <a:schemeClr val="tx1"/>
                </a:solidFill>
                <a:latin typeface="Calibri"/>
              </a:defRPr>
            </a:lvl4pPr>
            <a:lvl5pPr marL="2057400" indent="-228600">
              <a:spcBef>
                <a:spcPts val="0"/>
              </a:spcBef>
              <a:defRPr sz="1200">
                <a:solidFill>
                  <a:schemeClr val="tx1"/>
                </a:solidFill>
                <a:latin typeface="Calibri"/>
              </a:defRPr>
            </a:lvl5pPr>
            <a:lvl6pPr marL="2514599" indent="-228600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Calibri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Calibri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Calibri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Calibri"/>
              </a:defRPr>
            </a:lvl9pPr>
          </a:lstStyle>
          <a:p>
            <a:pPr>
              <a:spcBef>
                <a:spcPts val="0"/>
              </a:spcBef>
              <a:defRPr/>
            </a:pPr>
            <a:fld id="{1C6AA94A-6F26-8A89-22A7-0B505198FB53}" type="slidenum">
              <a:rPr lang="ru-RU">
                <a:latin typeface="Arial"/>
              </a:rPr>
              <a:t/>
            </a:fld>
            <a:endParaRPr lang="ru-RU">
              <a:latin typeface="Arial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9071093" name="Образ слайда 1"/>
          <p:cNvSpPr>
            <a:spLocks noChangeAspect="1" noGrp="1" noRot="1" noTextEdit="1"/>
          </p:cNvSpPr>
          <p:nvPr>
            <p:ph type="sldImg"/>
          </p:nvPr>
        </p:nvSpPr>
        <p:spPr bwMode="auto"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05361514" name="Заметки 2"/>
          <p:cNvSpPr>
            <a:spLocks noGrp="1"/>
          </p:cNvSpPr>
          <p:nvPr>
            <p:ph type="body" idx="1"/>
          </p:nvPr>
        </p:nvSpPr>
        <p:spPr bwMode="auto">
          <a:prstGeom prst="rect">
            <a:avLst/>
          </a:prstGeom>
          <a:noFill/>
        </p:spPr>
        <p:txBody>
          <a:bodyPr wrap="square" numCol="1" anchor="t" anchorCtr="0" compatLnSpc="1">
            <a:prstTxWarp prst="textNoShape"/>
          </a:bodyPr>
          <a:lstStyle/>
          <a:p>
            <a:pPr>
              <a:defRPr/>
            </a:pPr>
            <a:endParaRPr/>
          </a:p>
        </p:txBody>
      </p:sp>
      <p:sp>
        <p:nvSpPr>
          <p:cNvPr id="490224939" name="Номер слайда 3"/>
          <p:cNvSpPr>
            <a:spLocks noGrp="1"/>
          </p:cNvSpPr>
          <p:nvPr>
            <p:ph type="sldNum" sz="quarter" idx="5"/>
          </p:nvPr>
        </p:nvSpPr>
        <p:spPr bwMode="auto">
          <a:prstGeom prst="rect">
            <a:avLst/>
          </a:prstGeom>
          <a:noFill/>
        </p:spPr>
        <p:txBody>
          <a:bodyPr/>
          <a:lstStyle>
            <a:lvl1pPr>
              <a:spcBef>
                <a:spcPts val="0"/>
              </a:spcBef>
              <a:defRPr sz="1200">
                <a:solidFill>
                  <a:schemeClr val="tx1"/>
                </a:solidFill>
                <a:latin typeface="Calibri"/>
              </a:defRPr>
            </a:lvl1pPr>
            <a:lvl2pPr marL="742950" indent="-285750">
              <a:spcBef>
                <a:spcPts val="0"/>
              </a:spcBef>
              <a:defRPr sz="1200">
                <a:solidFill>
                  <a:schemeClr val="tx1"/>
                </a:solidFill>
                <a:latin typeface="Calibri"/>
              </a:defRPr>
            </a:lvl2pPr>
            <a:lvl3pPr marL="1143000" indent="-228600">
              <a:spcBef>
                <a:spcPts val="0"/>
              </a:spcBef>
              <a:defRPr sz="1200">
                <a:solidFill>
                  <a:schemeClr val="tx1"/>
                </a:solidFill>
                <a:latin typeface="Calibri"/>
              </a:defRPr>
            </a:lvl3pPr>
            <a:lvl4pPr marL="1600200" indent="-228600">
              <a:spcBef>
                <a:spcPts val="0"/>
              </a:spcBef>
              <a:defRPr sz="1200">
                <a:solidFill>
                  <a:schemeClr val="tx1"/>
                </a:solidFill>
                <a:latin typeface="Calibri"/>
              </a:defRPr>
            </a:lvl4pPr>
            <a:lvl5pPr marL="2057400" indent="-228600">
              <a:spcBef>
                <a:spcPts val="0"/>
              </a:spcBef>
              <a:defRPr sz="1200">
                <a:solidFill>
                  <a:schemeClr val="tx1"/>
                </a:solidFill>
                <a:latin typeface="Calibri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Calibri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Calibri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Calibri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Calibri"/>
              </a:defRPr>
            </a:lvl9pPr>
          </a:lstStyle>
          <a:p>
            <a:pPr>
              <a:spcBef>
                <a:spcPts val="0"/>
              </a:spcBef>
              <a:defRPr/>
            </a:pPr>
            <a:fld id="{4F156E69-5FF6-46A9-93CB-6CD9A2813602}" type="slidenum">
              <a:rPr lang="ru-RU">
                <a:latin typeface="Arial"/>
              </a:rPr>
              <a:t>22</a:t>
            </a:fld>
            <a:endParaRPr lang="ru-RU">
              <a:latin typeface="Arial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8937792" name="Образ слайда 1"/>
          <p:cNvSpPr>
            <a:spLocks noChangeAspect="1" noGrp="1" noRot="1" noTextEdit="1"/>
          </p:cNvSpPr>
          <p:nvPr>
            <p:ph type="sldImg"/>
          </p:nvPr>
        </p:nvSpPr>
        <p:spPr bwMode="auto"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31126765" name="Заметки 2"/>
          <p:cNvSpPr>
            <a:spLocks noGrp="1"/>
          </p:cNvSpPr>
          <p:nvPr>
            <p:ph type="body" idx="1"/>
          </p:nvPr>
        </p:nvSpPr>
        <p:spPr bwMode="auto">
          <a:prstGeom prst="rect">
            <a:avLst/>
          </a:prstGeom>
          <a:noFill/>
        </p:spPr>
        <p:txBody>
          <a:bodyPr wrap="square" numCol="1" anchor="t" anchorCtr="0" compatLnSpc="1">
            <a:prstTxWarp prst="textNoShape"/>
          </a:bodyPr>
          <a:lstStyle/>
          <a:p>
            <a:pPr>
              <a:defRPr/>
            </a:pPr>
            <a:endParaRPr/>
          </a:p>
        </p:txBody>
      </p:sp>
      <p:sp>
        <p:nvSpPr>
          <p:cNvPr id="724135641" name="Номер слайда 3"/>
          <p:cNvSpPr>
            <a:spLocks noGrp="1"/>
          </p:cNvSpPr>
          <p:nvPr>
            <p:ph type="sldNum" sz="quarter" idx="5"/>
          </p:nvPr>
        </p:nvSpPr>
        <p:spPr bwMode="auto">
          <a:prstGeom prst="rect">
            <a:avLst/>
          </a:prstGeom>
          <a:noFill/>
        </p:spPr>
        <p:txBody>
          <a:bodyPr/>
          <a:lstStyle>
            <a:lvl1pPr>
              <a:spcBef>
                <a:spcPts val="0"/>
              </a:spcBef>
              <a:defRPr sz="1200">
                <a:solidFill>
                  <a:schemeClr val="tx1"/>
                </a:solidFill>
                <a:latin typeface="Calibri"/>
              </a:defRPr>
            </a:lvl1pPr>
            <a:lvl2pPr marL="742950" indent="-285750">
              <a:spcBef>
                <a:spcPts val="0"/>
              </a:spcBef>
              <a:defRPr sz="1200">
                <a:solidFill>
                  <a:schemeClr val="tx1"/>
                </a:solidFill>
                <a:latin typeface="Calibri"/>
              </a:defRPr>
            </a:lvl2pPr>
            <a:lvl3pPr marL="1143000" indent="-228600">
              <a:spcBef>
                <a:spcPts val="0"/>
              </a:spcBef>
              <a:defRPr sz="1200">
                <a:solidFill>
                  <a:schemeClr val="tx1"/>
                </a:solidFill>
                <a:latin typeface="Calibri"/>
              </a:defRPr>
            </a:lvl3pPr>
            <a:lvl4pPr marL="1600200" indent="-228600">
              <a:spcBef>
                <a:spcPts val="0"/>
              </a:spcBef>
              <a:defRPr sz="1200">
                <a:solidFill>
                  <a:schemeClr val="tx1"/>
                </a:solidFill>
                <a:latin typeface="Calibri"/>
              </a:defRPr>
            </a:lvl4pPr>
            <a:lvl5pPr marL="2057400" indent="-228600">
              <a:spcBef>
                <a:spcPts val="0"/>
              </a:spcBef>
              <a:defRPr sz="1200">
                <a:solidFill>
                  <a:schemeClr val="tx1"/>
                </a:solidFill>
                <a:latin typeface="Calibri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Calibri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Calibri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Calibri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Calibri"/>
              </a:defRPr>
            </a:lvl9pPr>
          </a:lstStyle>
          <a:p>
            <a:pPr>
              <a:spcBef>
                <a:spcPts val="0"/>
              </a:spcBef>
              <a:defRPr/>
            </a:pPr>
            <a:fld id="{290F314B-14B0-49A3-95F3-F6DAA50ACB5C}" type="slidenum">
              <a:rPr lang="ru-RU">
                <a:latin typeface="Arial"/>
              </a:rPr>
              <a:t>24</a:t>
            </a:fld>
            <a:endParaRPr lang="ru-RU">
              <a:latin typeface="Arial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0836833" name="Образ слайда 1"/>
          <p:cNvSpPr>
            <a:spLocks noChangeAspect="1" noGrp="1" noRot="1" noTextEdit="1"/>
          </p:cNvSpPr>
          <p:nvPr>
            <p:ph type="sldImg"/>
          </p:nvPr>
        </p:nvSpPr>
        <p:spPr bwMode="auto"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01441041" name="Заметки 2"/>
          <p:cNvSpPr>
            <a:spLocks noGrp="1"/>
          </p:cNvSpPr>
          <p:nvPr>
            <p:ph type="body" idx="1"/>
          </p:nvPr>
        </p:nvSpPr>
        <p:spPr bwMode="auto">
          <a:prstGeom prst="rect">
            <a:avLst/>
          </a:prstGeom>
          <a:noFill/>
        </p:spPr>
        <p:txBody>
          <a:bodyPr wrap="square" numCol="1" anchor="t" anchorCtr="0" compatLnSpc="1">
            <a:prstTxWarp prst="textNoShape"/>
          </a:bodyPr>
          <a:lstStyle/>
          <a:p>
            <a:pPr>
              <a:defRPr/>
            </a:pPr>
            <a:endParaRPr/>
          </a:p>
        </p:txBody>
      </p:sp>
      <p:sp>
        <p:nvSpPr>
          <p:cNvPr id="123462761" name="Номер слайда 3"/>
          <p:cNvSpPr>
            <a:spLocks noGrp="1"/>
          </p:cNvSpPr>
          <p:nvPr>
            <p:ph type="sldNum" sz="quarter" idx="5"/>
          </p:nvPr>
        </p:nvSpPr>
        <p:spPr bwMode="auto">
          <a:prstGeom prst="rect">
            <a:avLst/>
          </a:prstGeom>
          <a:noFill/>
        </p:spPr>
        <p:txBody>
          <a:bodyPr/>
          <a:lstStyle>
            <a:lvl1pPr>
              <a:spcBef>
                <a:spcPts val="0"/>
              </a:spcBef>
              <a:defRPr sz="1200">
                <a:solidFill>
                  <a:schemeClr val="tx1"/>
                </a:solidFill>
                <a:latin typeface="Calibri"/>
              </a:defRPr>
            </a:lvl1pPr>
            <a:lvl2pPr marL="742950" indent="-285750">
              <a:spcBef>
                <a:spcPts val="0"/>
              </a:spcBef>
              <a:defRPr sz="1200">
                <a:solidFill>
                  <a:schemeClr val="tx1"/>
                </a:solidFill>
                <a:latin typeface="Calibri"/>
              </a:defRPr>
            </a:lvl2pPr>
            <a:lvl3pPr marL="1143000" indent="-228600">
              <a:spcBef>
                <a:spcPts val="0"/>
              </a:spcBef>
              <a:defRPr sz="1200">
                <a:solidFill>
                  <a:schemeClr val="tx1"/>
                </a:solidFill>
                <a:latin typeface="Calibri"/>
              </a:defRPr>
            </a:lvl3pPr>
            <a:lvl4pPr marL="1600200" indent="-228600">
              <a:spcBef>
                <a:spcPts val="0"/>
              </a:spcBef>
              <a:defRPr sz="1200">
                <a:solidFill>
                  <a:schemeClr val="tx1"/>
                </a:solidFill>
                <a:latin typeface="Calibri"/>
              </a:defRPr>
            </a:lvl4pPr>
            <a:lvl5pPr marL="2057400" indent="-228600">
              <a:spcBef>
                <a:spcPts val="0"/>
              </a:spcBef>
              <a:defRPr sz="1200">
                <a:solidFill>
                  <a:schemeClr val="tx1"/>
                </a:solidFill>
                <a:latin typeface="Calibri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Calibri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Calibri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Calibri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Calibri"/>
              </a:defRPr>
            </a:lvl9pPr>
          </a:lstStyle>
          <a:p>
            <a:pPr>
              <a:spcBef>
                <a:spcPts val="0"/>
              </a:spcBef>
              <a:defRPr/>
            </a:pPr>
            <a:fld id="{290F314B-14B0-49A3-95F3-F6DAA50ACB5C}" type="slidenum">
              <a:rPr lang="ru-RU">
                <a:latin typeface="Arial"/>
              </a:rPr>
              <a:t>25</a:t>
            </a:fld>
            <a:endParaRPr lang="ru-RU">
              <a:latin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Титуль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2126087" name="Заголовок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05086878" name="Подзаголовок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ru-RU"/>
              <a:t>Образец подзаголовка</a:t>
            </a:r>
            <a:endParaRPr/>
          </a:p>
        </p:txBody>
      </p:sp>
      <p:sp>
        <p:nvSpPr>
          <p:cNvPr id="1131952017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8A0D91CD-277C-4B2E-8D53-EF30F772D5BF}" type="datetimeFigureOut">
              <a:rPr lang="ru-RU"/>
              <a:t>03.06.2025</a:t>
            </a:fld>
            <a:endParaRPr lang="ru-RU"/>
          </a:p>
        </p:txBody>
      </p:sp>
      <p:sp>
        <p:nvSpPr>
          <p:cNvPr id="1495167181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877419257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CBFA9CA2-09A8-453C-8C5E-C8BC82B122EE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5537933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2050053030" name="Содержимое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840193727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21DFA21A-33A4-4BAF-8A71-BA70E3411D44}" type="datetimeFigureOut">
              <a:rPr lang="ru-RU"/>
              <a:t>03.06.2025</a:t>
            </a:fld>
            <a:endParaRPr lang="ru-RU"/>
          </a:p>
        </p:txBody>
      </p:sp>
      <p:sp>
        <p:nvSpPr>
          <p:cNvPr id="1257236826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13557908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41231B80-4B8F-4F5B-98E9-99E851DB54B2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Заголовок раздел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3354770" name="Заголовок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045482782" name="Текст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94393963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6BE1E465-A728-4047-877A-AB252978F9DE}" type="datetimeFigureOut">
              <a:rPr lang="ru-RU"/>
              <a:t>03.06.2025</a:t>
            </a:fld>
            <a:endParaRPr lang="ru-RU"/>
          </a:p>
        </p:txBody>
      </p:sp>
      <p:sp>
        <p:nvSpPr>
          <p:cNvPr id="1169005538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004611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B04AA54D-223D-434D-80FB-F2D9FA3FB344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8428813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458624467" name="Содержимое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960974570" name="Содержимое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2113608960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C8BF09EE-7661-4B7B-93E4-5B8A8A99CBF0}" type="datetimeFigureOut">
              <a:rPr lang="ru-RU"/>
              <a:t>03.06.2025</a:t>
            </a:fld>
            <a:endParaRPr lang="ru-RU"/>
          </a:p>
        </p:txBody>
      </p:sp>
      <p:sp>
        <p:nvSpPr>
          <p:cNvPr id="555839011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97180840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FC0F526C-F40C-4084-B3B4-D60DCE46AE50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7728463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678170378" name="Текст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916732958" name="Содержимое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791339774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583283500" name="Содержимое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2001146808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37F7823E-0FCC-4313-8AE9-6CC06DDDFA24}" type="datetimeFigureOut">
              <a:rPr lang="ru-RU"/>
              <a:t>03.06.2025</a:t>
            </a:fld>
            <a:endParaRPr lang="ru-RU"/>
          </a:p>
        </p:txBody>
      </p:sp>
      <p:sp>
        <p:nvSpPr>
          <p:cNvPr id="1101796628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465690887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0A1E8E65-DA1D-401D-AF06-1BCECBC94883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Только 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093533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007177681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CA23DE85-4B87-432C-BF59-0FF9BD2AA5C3}" type="datetimeFigureOut">
              <a:rPr lang="ru-RU"/>
              <a:t>03.06.2025</a:t>
            </a:fld>
            <a:endParaRPr lang="ru-RU"/>
          </a:p>
        </p:txBody>
      </p:sp>
      <p:sp>
        <p:nvSpPr>
          <p:cNvPr id="868078900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64040129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6D938088-F334-4F59-A6B6-79160D7F3E24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9460809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432F890F-7AF4-4B1A-86DC-982DA2142085}" type="datetimeFigureOut">
              <a:rPr lang="ru-RU"/>
              <a:t>03.06.2025</a:t>
            </a:fld>
            <a:endParaRPr lang="ru-RU"/>
          </a:p>
        </p:txBody>
      </p:sp>
      <p:sp>
        <p:nvSpPr>
          <p:cNvPr id="1796649933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41867183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42D4B5B0-0FF4-46A9-905B-5BF8CC4EB133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3870481" name="Заголовок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398832563" name="Содержимое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620077882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4986499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2E890BA6-4BCF-42F1-B2D7-7FB69D3E193B}" type="datetimeFigureOut">
              <a:rPr lang="ru-RU"/>
              <a:t>03.06.2025</a:t>
            </a:fld>
            <a:endParaRPr lang="ru-RU"/>
          </a:p>
        </p:txBody>
      </p:sp>
      <p:sp>
        <p:nvSpPr>
          <p:cNvPr id="1455653724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540125587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7F0FC5E6-1DD7-4C84-9D51-4500D7DAB1D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8214699" name="Заголовок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258154323" name="Рисунок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>
              <a:defRPr/>
            </a:pPr>
            <a:endParaRPr lang="ru-RU"/>
          </a:p>
        </p:txBody>
      </p:sp>
      <p:sp>
        <p:nvSpPr>
          <p:cNvPr id="1854925668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90505426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56B38470-DA29-4389-894D-FD48BF418FE2}" type="datetimeFigureOut">
              <a:rPr lang="ru-RU"/>
              <a:t>03.06.2025</a:t>
            </a:fld>
            <a:endParaRPr lang="ru-RU"/>
          </a:p>
        </p:txBody>
      </p:sp>
      <p:sp>
        <p:nvSpPr>
          <p:cNvPr id="2097783846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81896772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2ED7EC8A-664D-45F1-B470-B28BE8CFE8D3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Заголовок и вертикальный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1823945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500220910" name="Вертикальный текст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282058253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CFF8494C-1ECF-4D56-9FC4-A7D30CA75343}" type="datetimeFigureOut">
              <a:rPr lang="ru-RU"/>
              <a:t>03.06.2025</a:t>
            </a:fld>
            <a:endParaRPr lang="ru-RU"/>
          </a:p>
        </p:txBody>
      </p:sp>
      <p:sp>
        <p:nvSpPr>
          <p:cNvPr id="931579708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088081693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7041CDCD-CBD4-4466-A97E-61A87B004DFF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Вертикальный заголовок и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3798935" name="Вертикальный заголовок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902150889" name="Вертикальный текст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696011070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64BF5A30-D0C2-44CD-B244-46EA13164838}" type="datetimeFigureOut">
              <a:rPr lang="ru-RU"/>
              <a:t>03.06.2025</a:t>
            </a:fld>
            <a:endParaRPr lang="ru-RU"/>
          </a:p>
        </p:txBody>
      </p:sp>
      <p:sp>
        <p:nvSpPr>
          <p:cNvPr id="223229091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47865038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C793A05D-6B1F-462F-BF9B-D9F2ACD56B2B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3083258" name="Заголовок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/>
          </a:bodyPr>
          <a:lstStyle/>
          <a:p>
            <a:pPr lvl="0"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898077868" name="Текст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2015434109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5F516AF5-64A1-4E13-B38A-A25FCA3F546C}" type="datetimeFigureOut">
              <a:rPr lang="ru-RU"/>
              <a:t>03.06.2025</a:t>
            </a:fld>
            <a:endParaRPr lang="ru-RU"/>
          </a:p>
        </p:txBody>
      </p:sp>
      <p:sp>
        <p:nvSpPr>
          <p:cNvPr id="892540127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579539349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/>
          </a:bodyPr>
          <a:lstStyle>
            <a:lvl1pPr algn="r">
              <a:defRPr sz="1200">
                <a:solidFill>
                  <a:srgbClr val="898989"/>
                </a:solidFill>
                <a:latin typeface="Calibri"/>
              </a:defRPr>
            </a:lvl1pPr>
          </a:lstStyle>
          <a:p>
            <a:pPr>
              <a:defRPr/>
            </a:pPr>
            <a:fld id="{7B269D25-C204-4D45-A847-0A0F18937961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>
        <a:spcBef>
          <a:spcPts val="0"/>
        </a:spcBef>
        <a:spcAft>
          <a:spcPts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ctr" rtl="0">
        <a:spcBef>
          <a:spcPts val="0"/>
        </a:spcBef>
        <a:spcAft>
          <a:spcPts val="0"/>
        </a:spcAft>
        <a:defRPr sz="4400">
          <a:solidFill>
            <a:schemeClr val="tx1"/>
          </a:solidFill>
          <a:latin typeface="Calibri"/>
        </a:defRPr>
      </a:lvl2pPr>
      <a:lvl3pPr algn="ctr" rtl="0">
        <a:spcBef>
          <a:spcPts val="0"/>
        </a:spcBef>
        <a:spcAft>
          <a:spcPts val="0"/>
        </a:spcAft>
        <a:defRPr sz="4400">
          <a:solidFill>
            <a:schemeClr val="tx1"/>
          </a:solidFill>
          <a:latin typeface="Calibri"/>
        </a:defRPr>
      </a:lvl3pPr>
      <a:lvl4pPr algn="ctr" rtl="0">
        <a:spcBef>
          <a:spcPts val="0"/>
        </a:spcBef>
        <a:spcAft>
          <a:spcPts val="0"/>
        </a:spcAft>
        <a:defRPr sz="4400">
          <a:solidFill>
            <a:schemeClr val="tx1"/>
          </a:solidFill>
          <a:latin typeface="Calibri"/>
        </a:defRPr>
      </a:lvl4pPr>
      <a:lvl5pPr algn="ctr" rtl="0">
        <a:spcBef>
          <a:spcPts val="0"/>
        </a:spcBef>
        <a:spcAft>
          <a:spcPts val="0"/>
        </a:spcAft>
        <a:defRPr sz="4400">
          <a:solidFill>
            <a:schemeClr val="tx1"/>
          </a:solidFill>
          <a:latin typeface="Calibri"/>
        </a:defRPr>
      </a:lvl5pPr>
      <a:lvl6pPr marL="457200" algn="ctr" rtl="0">
        <a:spcBef>
          <a:spcPts val="0"/>
        </a:spcBef>
        <a:spcAft>
          <a:spcPts val="0"/>
        </a:spcAft>
        <a:defRPr sz="4400">
          <a:solidFill>
            <a:schemeClr val="tx1"/>
          </a:solidFill>
          <a:latin typeface="Calibri"/>
        </a:defRPr>
      </a:lvl6pPr>
      <a:lvl7pPr marL="914400" algn="ctr" rtl="0">
        <a:spcBef>
          <a:spcPts val="0"/>
        </a:spcBef>
        <a:spcAft>
          <a:spcPts val="0"/>
        </a:spcAft>
        <a:defRPr sz="4400">
          <a:solidFill>
            <a:schemeClr val="tx1"/>
          </a:solidFill>
          <a:latin typeface="Calibri"/>
        </a:defRPr>
      </a:lvl7pPr>
      <a:lvl8pPr marL="1371600" algn="ctr" rtl="0">
        <a:spcBef>
          <a:spcPts val="0"/>
        </a:spcBef>
        <a:spcAft>
          <a:spcPts val="0"/>
        </a:spcAft>
        <a:defRPr sz="4400">
          <a:solidFill>
            <a:schemeClr val="tx1"/>
          </a:solidFill>
          <a:latin typeface="Calibri"/>
        </a:defRPr>
      </a:lvl8pPr>
      <a:lvl9pPr marL="1828800" algn="ctr" rtl="0">
        <a:spcBef>
          <a:spcPts val="0"/>
        </a:spcBef>
        <a:spcAft>
          <a:spcPts val="0"/>
        </a:spcAft>
        <a:defRPr sz="4400">
          <a:solidFill>
            <a:schemeClr val="tx1"/>
          </a:solidFill>
          <a:latin typeface="Calibri"/>
        </a:defRPr>
      </a:lvl9pPr>
    </p:titleStyle>
    <p:bodyStyle>
      <a:lvl1pPr marL="342900" indent="-342900" algn="l" rtl="0">
        <a:spcBef>
          <a:spcPts val="0"/>
        </a:spcBef>
        <a:spcAft>
          <a:spcPts val="0"/>
        </a:spcAft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>
        <a:spcBef>
          <a:spcPts val="0"/>
        </a:spcBef>
        <a:spcAft>
          <a:spcPts val="0"/>
        </a:spcAft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>
        <a:spcBef>
          <a:spcPts val="0"/>
        </a:spcBef>
        <a:spcAft>
          <a:spcPts val="0"/>
        </a:spcAft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>
        <a:spcBef>
          <a:spcPts val="0"/>
        </a:spcBef>
        <a:spcAft>
          <a:spcPts val="0"/>
        </a:spcAft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>
        <a:spcBef>
          <a:spcPts val="0"/>
        </a:spcBef>
        <a:spcAft>
          <a:spcPts val="0"/>
        </a:spcAft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5.jp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6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7.jp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8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9.jp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0.jpg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1.jpg"/><Relationship Id="rId6" Type="http://schemas.openxmlformats.org/officeDocument/2006/relationships/image" Target="../media/image12.jpg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3.jpg"/><Relationship Id="rId6" Type="http://schemas.openxmlformats.org/officeDocument/2006/relationships/image" Target="../media/image14.jpg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5.png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4397223" name="Rectangle 2"/>
          <p:cNvSpPr txBox="1">
            <a:spLocks noChangeArrowheads="1" noRot="1"/>
          </p:cNvSpPr>
          <p:nvPr/>
        </p:nvSpPr>
        <p:spPr bwMode="auto">
          <a:xfrm>
            <a:off x="0" y="3151188"/>
            <a:ext cx="9144000" cy="635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spcBef>
                <a:spcPts val="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Calibri"/>
              </a:defRPr>
            </a:lvl1pPr>
            <a:lvl2pPr marL="742950" indent="-285750">
              <a:spcBef>
                <a:spcPts val="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Calibri"/>
              </a:defRPr>
            </a:lvl2pPr>
            <a:lvl3pPr marL="1143000" indent="-228600">
              <a:spcBef>
                <a:spcPts val="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</a:defRPr>
            </a:lvl3pPr>
            <a:lvl4pPr marL="1600200" indent="-228600">
              <a:spcBef>
                <a:spcPts val="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Calibri"/>
              </a:defRPr>
            </a:lvl4pPr>
            <a:lvl5pPr marL="2057400" indent="-228600">
              <a:spcBef>
                <a:spcPts val="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9pPr>
          </a:lstStyle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ru-RU" sz="2400" b="1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Разработка информационно-поисковой системы для выбора учебно-методических изданий кафедры систем автоматизированного проектирования и управления</a:t>
            </a:r>
            <a:endParaRPr/>
          </a:p>
        </p:txBody>
      </p:sp>
      <p:sp>
        <p:nvSpPr>
          <p:cNvPr id="538774241" name="Rectangle 3"/>
          <p:cNvSpPr txBox="1">
            <a:spLocks noChangeArrowheads="1" noRot="1"/>
          </p:cNvSpPr>
          <p:nvPr/>
        </p:nvSpPr>
        <p:spPr bwMode="auto">
          <a:xfrm>
            <a:off x="0" y="6021388"/>
            <a:ext cx="9144000" cy="779462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spcBef>
                <a:spcPts val="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Calibri"/>
              </a:defRPr>
            </a:lvl1pPr>
            <a:lvl2pPr marL="742950" indent="-285750">
              <a:spcBef>
                <a:spcPts val="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Calibri"/>
              </a:defRPr>
            </a:lvl2pPr>
            <a:lvl3pPr marL="1143000" indent="-228600">
              <a:spcBef>
                <a:spcPts val="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</a:defRPr>
            </a:lvl3pPr>
            <a:lvl4pPr marL="1600200" indent="-228600">
              <a:spcBef>
                <a:spcPts val="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Calibri"/>
              </a:defRPr>
            </a:lvl4pPr>
            <a:lvl5pPr marL="2057400" indent="-228600">
              <a:spcBef>
                <a:spcPts val="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9pPr>
          </a:lstStyle>
          <a:p>
            <a:pPr algn="ctr">
              <a:lnSpc>
                <a:spcPct val="150000"/>
              </a:lnSpc>
              <a:spcBef>
                <a:spcPts val="0"/>
              </a:spcBef>
              <a:buFont typeface="Wingdings"/>
              <a:buNone/>
              <a:defRPr/>
            </a:pPr>
            <a:r>
              <a:rPr lang="ru-RU" sz="1400">
                <a:latin typeface="Times New Roman"/>
                <a:cs typeface="Times New Roman"/>
              </a:rPr>
              <a:t>Санкт-Петербург</a:t>
            </a:r>
            <a:endParaRPr/>
          </a:p>
          <a:p>
            <a:pPr algn="ctr">
              <a:lnSpc>
                <a:spcPct val="150000"/>
              </a:lnSpc>
              <a:spcBef>
                <a:spcPts val="0"/>
              </a:spcBef>
              <a:buFont typeface="Wingdings"/>
              <a:buNone/>
              <a:defRPr/>
            </a:pPr>
            <a:r>
              <a:rPr lang="ru-RU" sz="1400">
                <a:latin typeface="Times New Roman"/>
                <a:cs typeface="Times New Roman"/>
              </a:rPr>
              <a:t>2026</a:t>
            </a:r>
            <a:endParaRPr lang="ru-RU" sz="1400">
              <a:solidFill>
                <a:srgbClr val="FF0000"/>
              </a:solidFill>
              <a:latin typeface="Times New Roman"/>
              <a:cs typeface="Times New Roman"/>
            </a:endParaRPr>
          </a:p>
        </p:txBody>
      </p:sp>
      <p:sp>
        <p:nvSpPr>
          <p:cNvPr id="801950519" name="Rectangle 4"/>
          <p:cNvSpPr>
            <a:spLocks noChangeArrowheads="1"/>
          </p:cNvSpPr>
          <p:nvPr/>
        </p:nvSpPr>
        <p:spPr bwMode="auto">
          <a:xfrm>
            <a:off x="1006474" y="0"/>
            <a:ext cx="7815263" cy="1125538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>
              <a:spcBef>
                <a:spcPts val="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Calibri"/>
              </a:defRPr>
            </a:lvl1pPr>
            <a:lvl2pPr marL="742950" indent="-285750">
              <a:spcBef>
                <a:spcPts val="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Calibri"/>
              </a:defRPr>
            </a:lvl2pPr>
            <a:lvl3pPr marL="1143000" indent="-228600">
              <a:spcBef>
                <a:spcPts val="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</a:defRPr>
            </a:lvl3pPr>
            <a:lvl4pPr marL="1600200" indent="-228600">
              <a:spcBef>
                <a:spcPts val="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Calibri"/>
              </a:defRPr>
            </a:lvl4pPr>
            <a:lvl5pPr marL="2057400" indent="-228600">
              <a:spcBef>
                <a:spcPts val="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9pPr>
          </a:lstStyle>
          <a:p>
            <a:pPr algn="ctr">
              <a:lnSpc>
                <a:spcPct val="150000"/>
              </a:lnSpc>
              <a:spcBef>
                <a:spcPts val="0"/>
              </a:spcBef>
              <a:buClr>
                <a:schemeClr val="hlink"/>
              </a:buClr>
              <a:buFont typeface="Wingdings"/>
              <a:buNone/>
              <a:defRPr/>
            </a:pPr>
            <a:r>
              <a:rPr lang="ru-RU" sz="1400">
                <a:latin typeface="Times New Roman"/>
                <a:cs typeface="Times New Roman"/>
              </a:rPr>
              <a:t>Минобрнауки России</a:t>
            </a:r>
            <a:endParaRPr lang="en-US" sz="1400">
              <a:latin typeface="Times New Roman"/>
              <a:cs typeface="Times New Roman"/>
            </a:endParaRPr>
          </a:p>
          <a:p>
            <a:pPr algn="ctr">
              <a:lnSpc>
                <a:spcPct val="150000"/>
              </a:lnSpc>
              <a:spcBef>
                <a:spcPts val="0"/>
              </a:spcBef>
              <a:buClr>
                <a:schemeClr val="hlink"/>
              </a:buClr>
              <a:buFont typeface="Wingdings"/>
              <a:buNone/>
              <a:defRPr/>
            </a:pPr>
            <a:r>
              <a:rPr lang="ru-RU" sz="1400">
                <a:latin typeface="Times New Roman"/>
                <a:cs typeface="Times New Roman"/>
              </a:rPr>
              <a:t>федеральное государственное бюджетное образовательное учреждение</a:t>
            </a:r>
            <a:r>
              <a:rPr lang="en-US" sz="1400">
                <a:latin typeface="Times New Roman"/>
                <a:cs typeface="Times New Roman"/>
              </a:rPr>
              <a:t> </a:t>
            </a:r>
            <a:r>
              <a:rPr lang="ru-RU" sz="1400">
                <a:latin typeface="Times New Roman"/>
                <a:cs typeface="Times New Roman"/>
              </a:rPr>
              <a:t>высшего</a:t>
            </a:r>
            <a:r>
              <a:rPr lang="en-US" sz="1400">
                <a:latin typeface="Times New Roman"/>
                <a:cs typeface="Times New Roman"/>
              </a:rPr>
              <a:t> </a:t>
            </a:r>
            <a:r>
              <a:rPr lang="ru-RU" sz="1400">
                <a:latin typeface="Times New Roman"/>
                <a:cs typeface="Times New Roman"/>
              </a:rPr>
              <a:t>образования</a:t>
            </a:r>
            <a:endParaRPr lang="en-US" sz="1400">
              <a:latin typeface="Times New Roman"/>
              <a:cs typeface="Times New Roman"/>
            </a:endParaRPr>
          </a:p>
          <a:p>
            <a:pPr algn="ctr">
              <a:lnSpc>
                <a:spcPct val="150000"/>
              </a:lnSpc>
              <a:spcBef>
                <a:spcPts val="0"/>
              </a:spcBef>
              <a:buClr>
                <a:schemeClr val="hlink"/>
              </a:buClr>
              <a:buFont typeface="Wingdings"/>
              <a:buNone/>
              <a:defRPr/>
            </a:pPr>
            <a:r>
              <a:rPr lang="ru-RU" sz="1400">
                <a:latin typeface="Times New Roman"/>
                <a:cs typeface="Times New Roman"/>
              </a:rPr>
              <a:t>Санкт-Петербургский государственный технологический институт (технический университет)</a:t>
            </a:r>
            <a:endParaRPr/>
          </a:p>
        </p:txBody>
      </p:sp>
      <p:sp>
        <p:nvSpPr>
          <p:cNvPr id="996767455" name="Rectangle 8"/>
          <p:cNvSpPr>
            <a:spLocks noChangeArrowheads="1"/>
          </p:cNvSpPr>
          <p:nvPr/>
        </p:nvSpPr>
        <p:spPr bwMode="auto">
          <a:xfrm>
            <a:off x="0" y="2344861"/>
            <a:ext cx="9144360" cy="503279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ts val="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Calibri"/>
              </a:defRPr>
            </a:lvl1pPr>
            <a:lvl2pPr marL="742950" indent="-285750">
              <a:spcBef>
                <a:spcPts val="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Calibri"/>
              </a:defRPr>
            </a:lvl2pPr>
            <a:lvl3pPr marL="1143000" indent="-228600">
              <a:spcBef>
                <a:spcPts val="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</a:defRPr>
            </a:lvl3pPr>
            <a:lvl4pPr marL="1600200" indent="-228600">
              <a:spcBef>
                <a:spcPts val="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Calibri"/>
              </a:defRPr>
            </a:lvl4pPr>
            <a:lvl5pPr marL="2057400" indent="-228600">
              <a:spcBef>
                <a:spcPts val="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9pPr>
          </a:lstStyle>
          <a:p>
            <a:pPr algn="ctr">
              <a:lnSpc>
                <a:spcPct val="150000"/>
              </a:lnSpc>
              <a:spcBef>
                <a:spcPts val="0"/>
              </a:spcBef>
              <a:buFontTx/>
              <a:buNone/>
              <a:defRPr/>
            </a:pPr>
            <a:r>
              <a:rPr lang="ru-RU" sz="1800" b="1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ОТЧЕТ ПО ТЕХНОЛОГИЧЕСКОЙ ПРАКТИКЕ</a:t>
            </a:r>
            <a:endParaRPr/>
          </a:p>
        </p:txBody>
      </p:sp>
      <p:sp>
        <p:nvSpPr>
          <p:cNvPr id="841037254" name="Rectangle 1222"/>
          <p:cNvSpPr>
            <a:spLocks noChangeArrowheads="1"/>
          </p:cNvSpPr>
          <p:nvPr/>
        </p:nvSpPr>
        <p:spPr bwMode="auto">
          <a:xfrm>
            <a:off x="1082675" y="2781300"/>
            <a:ext cx="184150" cy="369888"/>
          </a:xfrm>
          <a:prstGeom prst="rect">
            <a:avLst/>
          </a:prstGeom>
          <a:noFill/>
          <a:ln>
            <a:noFill/>
          </a:ln>
        </p:spPr>
        <p:txBody>
          <a:bodyPr wrap="none" anchor="b">
            <a:spAutoFit/>
          </a:bodyPr>
          <a:lstStyle>
            <a:lvl1pPr>
              <a:spcBef>
                <a:spcPts val="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Calibri"/>
              </a:defRPr>
            </a:lvl1pPr>
            <a:lvl2pPr marL="742950" indent="-285750">
              <a:spcBef>
                <a:spcPts val="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Calibri"/>
              </a:defRPr>
            </a:lvl2pPr>
            <a:lvl3pPr marL="1143000" indent="-228600">
              <a:spcBef>
                <a:spcPts val="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</a:defRPr>
            </a:lvl3pPr>
            <a:lvl4pPr marL="1600200" indent="-228600">
              <a:spcBef>
                <a:spcPts val="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Calibri"/>
              </a:defRPr>
            </a:lvl4pPr>
            <a:lvl5pPr marL="2057400" indent="-228600">
              <a:spcBef>
                <a:spcPts val="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9pPr>
          </a:lstStyle>
          <a:p>
            <a:pPr>
              <a:spcBef>
                <a:spcPts val="0"/>
              </a:spcBef>
              <a:buFontTx/>
              <a:buNone/>
              <a:defRPr/>
            </a:pPr>
            <a:endParaRPr lang="ru-RU" sz="1800"/>
          </a:p>
        </p:txBody>
      </p:sp>
      <p:sp>
        <p:nvSpPr>
          <p:cNvPr id="1400495937" name="Rectangle 1224"/>
          <p:cNvSpPr>
            <a:spLocks noChangeArrowheads="1"/>
          </p:cNvSpPr>
          <p:nvPr/>
        </p:nvSpPr>
        <p:spPr bwMode="auto">
          <a:xfrm>
            <a:off x="1082675" y="2781300"/>
            <a:ext cx="184150" cy="369888"/>
          </a:xfrm>
          <a:prstGeom prst="rect">
            <a:avLst/>
          </a:prstGeom>
          <a:noFill/>
          <a:ln>
            <a:noFill/>
          </a:ln>
        </p:spPr>
        <p:txBody>
          <a:bodyPr wrap="none" anchor="b">
            <a:spAutoFit/>
          </a:bodyPr>
          <a:lstStyle>
            <a:lvl1pPr>
              <a:spcBef>
                <a:spcPts val="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Calibri"/>
              </a:defRPr>
            </a:lvl1pPr>
            <a:lvl2pPr marL="742950" indent="-285750">
              <a:spcBef>
                <a:spcPts val="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Calibri"/>
              </a:defRPr>
            </a:lvl2pPr>
            <a:lvl3pPr marL="1143000" indent="-228600">
              <a:spcBef>
                <a:spcPts val="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</a:defRPr>
            </a:lvl3pPr>
            <a:lvl4pPr marL="1600200" indent="-228600">
              <a:spcBef>
                <a:spcPts val="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Calibri"/>
              </a:defRPr>
            </a:lvl4pPr>
            <a:lvl5pPr marL="2057400" indent="-228600">
              <a:spcBef>
                <a:spcPts val="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9pPr>
          </a:lstStyle>
          <a:p>
            <a:pPr>
              <a:spcBef>
                <a:spcPts val="0"/>
              </a:spcBef>
              <a:buFontTx/>
              <a:buNone/>
              <a:defRPr/>
            </a:pPr>
            <a:endParaRPr lang="ru-RU" sz="1800"/>
          </a:p>
        </p:txBody>
      </p:sp>
      <p:sp>
        <p:nvSpPr>
          <p:cNvPr id="725032082" name="Rectangle 2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>
            <a:lvl1pPr>
              <a:spcBef>
                <a:spcPts val="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Calibri"/>
              </a:defRPr>
            </a:lvl1pPr>
            <a:lvl2pPr marL="742950" indent="-285750">
              <a:spcBef>
                <a:spcPts val="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Calibri"/>
              </a:defRPr>
            </a:lvl2pPr>
            <a:lvl3pPr marL="1143000" indent="-228600">
              <a:spcBef>
                <a:spcPts val="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</a:defRPr>
            </a:lvl3pPr>
            <a:lvl4pPr marL="1600200" indent="-228600">
              <a:spcBef>
                <a:spcPts val="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Calibri"/>
              </a:defRPr>
            </a:lvl4pPr>
            <a:lvl5pPr marL="2057400" indent="-228600">
              <a:spcBef>
                <a:spcPts val="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9pPr>
          </a:lstStyle>
          <a:p>
            <a:pPr>
              <a:spcBef>
                <a:spcPts val="0"/>
              </a:spcBef>
              <a:buFontTx/>
              <a:buNone/>
              <a:defRPr/>
            </a:pPr>
            <a:endParaRPr lang="ru-RU" sz="1800"/>
          </a:p>
        </p:txBody>
      </p:sp>
      <p:sp>
        <p:nvSpPr>
          <p:cNvPr id="536829062" name="Rectangle 4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>
            <a:lvl1pPr>
              <a:spcBef>
                <a:spcPts val="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Calibri"/>
              </a:defRPr>
            </a:lvl1pPr>
            <a:lvl2pPr marL="742950" indent="-285750">
              <a:spcBef>
                <a:spcPts val="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Calibri"/>
              </a:defRPr>
            </a:lvl2pPr>
            <a:lvl3pPr marL="1143000" indent="-228600">
              <a:spcBef>
                <a:spcPts val="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</a:defRPr>
            </a:lvl3pPr>
            <a:lvl4pPr marL="1600200" indent="-228600">
              <a:spcBef>
                <a:spcPts val="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Calibri"/>
              </a:defRPr>
            </a:lvl4pPr>
            <a:lvl5pPr marL="2057400" indent="-228600">
              <a:spcBef>
                <a:spcPts val="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9pPr>
          </a:lstStyle>
          <a:p>
            <a:pPr>
              <a:spcBef>
                <a:spcPts val="0"/>
              </a:spcBef>
              <a:buFontTx/>
              <a:buNone/>
              <a:defRPr/>
            </a:pPr>
            <a:endParaRPr lang="ru-RU" sz="1800"/>
          </a:p>
        </p:txBody>
      </p:sp>
      <p:graphicFrame>
        <p:nvGraphicFramePr>
          <p:cNvPr id="1052381139" name="Group 103"/>
          <p:cNvGraphicFramePr>
            <a:graphicFrameLocks xmlns:a="http://schemas.openxmlformats.org/drawingml/2006/main" noGrp="1"/>
          </p:cNvGraphicFramePr>
          <p:nvPr/>
        </p:nvGraphicFramePr>
        <p:xfrm>
          <a:off x="-50131" y="4999622"/>
          <a:ext cx="9194131" cy="1006474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3600000"/>
                <a:gridCol w="5594131"/>
              </a:tblGrid>
              <a:tr h="503238">
                <a:tc>
                  <a:txBody>
                    <a:bodyPr/>
                    <a:p>
                      <a:pPr marL="0" marR="0" lvl="0" indent="0" algn="l" defTabSz="914400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ct val="75000"/>
                        <a:buFont typeface="Wingdings"/>
                        <a:buNone/>
                        <a:defRPr/>
                      </a:pPr>
                      <a:r>
                        <a:rPr lang="ru-RU" sz="1800" b="1" i="0" u="none" strike="noStrik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Руководители практики  </a:t>
                      </a:r>
                      <a:endParaRPr/>
                    </a:p>
                  </a:txBody>
                  <a:tcPr marL="91435" marR="91435" marT="45749" marB="45749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marR="0" lvl="0" indent="0" algn="l" defTabSz="914400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2"/>
                        </a:buClr>
                        <a:buSzPct val="75000"/>
                        <a:buFontTx/>
                        <a:buNone/>
                        <a:defRPr/>
                      </a:pPr>
                      <a:r>
                        <a:rPr lang="ru-RU" sz="1800" b="0" i="0" u="none" strike="noStrik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ст. преп. Козлов А. В., ст. преп. Иванов А. А.</a:t>
                      </a:r>
                      <a:endParaRPr/>
                    </a:p>
                  </a:txBody>
                  <a:tcPr marL="91435" marR="91435" marT="45749" marB="45749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noFill/>
                  </a:tcPr>
                </a:tc>
              </a:tr>
              <a:tr h="503238">
                <a:tc>
                  <a:txBody>
                    <a:bodyPr/>
                    <a:p>
                      <a:pPr marL="0" marR="0" lvl="0" indent="0" algn="l" defTabSz="914400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ct val="75000"/>
                        <a:buFont typeface="Wingdings"/>
                        <a:buNone/>
                        <a:defRPr/>
                      </a:pPr>
                      <a:r>
                        <a:rPr lang="ru-RU" sz="1800" b="1" i="0" u="none" strike="noStrike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Заведующий кафедрой САПРиУ</a:t>
                      </a:r>
                      <a:endParaRPr lang="ru-RU" sz="1800" b="1" i="0" u="none" strike="noStrike" cap="none">
                        <a:ln>
                          <a:noFill/>
                        </a:ln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91434" marR="91434" marT="45748" marB="45748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marR="0" lvl="0" indent="0" algn="l" defTabSz="914400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2"/>
                        </a:buClr>
                        <a:buSzPct val="75000"/>
                        <a:buFontTx/>
                        <a:buNone/>
                        <a:defRPr/>
                      </a:pPr>
                      <a:r>
                        <a:rPr lang="ru-RU" sz="1800" b="0" i="0" u="none" strike="noStrik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проф. </a:t>
                      </a:r>
                      <a:r>
                        <a:rPr lang="ru-RU" sz="1800" b="0" i="0" u="none" strike="noStrike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Чистякова </a:t>
                      </a:r>
                      <a:r>
                        <a:rPr lang="ru-RU" sz="1800" b="0" i="0" u="none" strike="noStrike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Т. Б. </a:t>
                      </a:r>
                      <a:endParaRPr lang="ru-RU" sz="1800" b="0" i="0" u="none" strike="noStrike" cap="none">
                        <a:ln>
                          <a:noFill/>
                        </a:ln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91434" marR="91434" marT="45748" marB="45748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1642515776" name="Picture 108" descr="Логотип_САПРиУ"/>
          <p:cNvPicPr>
            <a:picLocks noChangeAspect="1" noChangeArrowheads="1"/>
          </p:cNvPicPr>
          <p:nvPr/>
        </p:nvPicPr>
        <p:blipFill>
          <a:blip r:embed="rId3"/>
          <a:srcRect l="3600" t="10747" r="34196" b="37616"/>
          <a:stretch/>
        </p:blipFill>
        <p:spPr bwMode="auto">
          <a:xfrm>
            <a:off x="107949" y="1412875"/>
            <a:ext cx="900113" cy="74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8622152" name="Picture 23" descr="spbgti_logo.png"/>
          <p:cNvPicPr>
            <a:picLocks noChangeAspect="1" noChangeArrowheads="1"/>
          </p:cNvPicPr>
          <p:nvPr/>
        </p:nvPicPr>
        <p:blipFill>
          <a:blip r:embed="rId4"/>
          <a:stretch/>
        </p:blipFill>
        <p:spPr bwMode="auto">
          <a:xfrm>
            <a:off x="250825" y="115888"/>
            <a:ext cx="638175" cy="8382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8911751" name="Таблица 1"/>
          <p:cNvGraphicFramePr>
            <a:graphicFrameLocks xmlns:a="http://schemas.openxmlformats.org/drawingml/2006/main" noGrp="1"/>
          </p:cNvGraphicFramePr>
          <p:nvPr/>
        </p:nvGraphicFramePr>
        <p:xfrm>
          <a:off x="1252538" y="1125538"/>
          <a:ext cx="7783512" cy="958851"/>
        </p:xfrm>
        <a:graphic>
          <a:graphicData uri="http://schemas.openxmlformats.org/drawingml/2006/table">
            <a:tbl>
              <a:tblPr firstRow="1" firstCol="1" lastRow="0" lastCol="0" bandRow="1" bandCol="0">
                <a:tableStyleId>{5C22544A-7EE6-4342-B048-85BDC9FD1C3A}</a:tableStyleId>
              </a:tblPr>
              <a:tblGrid>
                <a:gridCol w="2289080"/>
                <a:gridCol w="5494432"/>
              </a:tblGrid>
              <a:tr h="319617">
                <a:tc>
                  <a:txBody>
                    <a:bodyPr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ru-RU" sz="140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Направление подготовки</a:t>
                      </a:r>
                      <a:endParaRPr lang="ru-RU" sz="1100">
                        <a:solidFill>
                          <a:schemeClr val="tx1"/>
                        </a:solidFill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2" marR="68582" marT="0" marB="0"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ru-RU" sz="1400" b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09.03.01 Информатика и вычислительная техника</a:t>
                      </a:r>
                      <a:endParaRPr lang="ru-RU" sz="1100" b="0">
                        <a:solidFill>
                          <a:schemeClr val="tx1"/>
                        </a:solidFill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2" marR="68582" marT="0" marB="0">
                    <a:noFill/>
                  </a:tcPr>
                </a:tc>
              </a:tr>
              <a:tr h="319617">
                <a:tc>
                  <a:txBody>
                    <a:bodyPr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ru-RU" sz="140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Направленность</a:t>
                      </a:r>
                      <a:endParaRPr lang="ru-RU" sz="140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68581" marR="68581" marT="0" marB="0"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latin typeface="Times New Roman"/>
                        </a:rPr>
                        <a:t>Автоматизированные системы обработки информации и управления</a:t>
                      </a:r>
                      <a:endParaRPr lang="ru-RU" sz="1400" b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68581" marR="68581" marT="0" marB="0">
                    <a:noFill/>
                  </a:tcPr>
                </a:tc>
              </a:tr>
              <a:tr h="319617">
                <a:tc>
                  <a:txBody>
                    <a:bodyPr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ru-RU" sz="140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Факультет</a:t>
                      </a:r>
                      <a:endParaRPr lang="ru-RU" sz="1100">
                        <a:solidFill>
                          <a:schemeClr val="tx1"/>
                        </a:solidFill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2" marR="68582" marT="0" marB="0"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ru-RU" sz="140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Информационных технологий и управления</a:t>
                      </a:r>
                      <a:endParaRPr lang="ru-RU" sz="1100">
                        <a:solidFill>
                          <a:schemeClr val="tx1"/>
                        </a:solidFill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2" marR="68582" marT="0" marB="0">
                    <a:noFill/>
                  </a:tcPr>
                </a:tc>
              </a:tr>
              <a:tr h="319617">
                <a:tc>
                  <a:txBody>
                    <a:bodyPr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ru-RU" sz="140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Кафедра</a:t>
                      </a:r>
                      <a:endParaRPr lang="ru-RU" sz="1100">
                        <a:solidFill>
                          <a:schemeClr val="tx1"/>
                        </a:solidFill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2" marR="68582" marT="0" marB="0"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ru-RU" sz="140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Систем автоматизированного проектирования и управления</a:t>
                      </a:r>
                      <a:endParaRPr lang="ru-RU" sz="1100">
                        <a:solidFill>
                          <a:schemeClr val="tx1"/>
                        </a:solidFill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2" marR="68582" marT="0" marB="0">
                    <a:noFill/>
                  </a:tcPr>
                </a:tc>
              </a:tr>
            </a:tbl>
          </a:graphicData>
        </a:graphic>
      </p:graphicFrame>
      <p:graphicFrame>
        <p:nvGraphicFramePr>
          <p:cNvPr id="194990791" name="Group 103"/>
          <p:cNvGraphicFramePr>
            <a:graphicFrameLocks xmlns:a="http://schemas.openxmlformats.org/drawingml/2006/main"/>
          </p:cNvGraphicFramePr>
          <p:nvPr/>
        </p:nvGraphicFramePr>
        <p:xfrm>
          <a:off x="16234" y="4225799"/>
          <a:ext cx="9128124" cy="640137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2700000"/>
                <a:gridCol w="6428124"/>
              </a:tblGrid>
              <a:tr h="503238">
                <a:tc>
                  <a:txBody>
                    <a:bodyPr/>
                    <a:p>
                      <a:pPr marL="0" marR="0" lvl="0" indent="0" algn="l" defTabSz="914400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ct val="75000"/>
                        <a:buFont typeface="Wingdings"/>
                        <a:buNone/>
                        <a:defRPr/>
                      </a:pPr>
                      <a:r>
                        <a:rPr lang="ru-RU" sz="1800" b="1" i="0" u="none" strike="noStrik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Обучающи</a:t>
                      </a:r>
                      <a:r>
                        <a:rPr lang="ru-RU" sz="1800" b="1" i="0" u="none" strike="noStrik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еся</a:t>
                      </a:r>
                      <a:endParaRPr/>
                    </a:p>
                  </a:txBody>
                  <a:tcPr marL="91434" marR="91434" marT="45748" marB="45748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30000"/>
                        </a:lnSpc>
                        <a:defRPr/>
                      </a:pPr>
                      <a:r>
                        <a:rPr lang="ru-RU" sz="1800" b="0" i="0" u="none" strike="noStrik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студенты гр.</a:t>
                      </a:r>
                      <a:r>
                        <a:rPr lang="en-US" sz="1800" b="0" i="0" u="none" strike="noStrik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4</a:t>
                      </a:r>
                      <a:r>
                        <a:rPr lang="ru-RU" sz="1800" b="0" i="0" u="none" strike="noStrik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44</a:t>
                      </a:r>
                      <a:r>
                        <a:rPr lang="ru-RU" sz="1800" b="0" i="0" u="none" strike="noStrike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endParaRPr lang="ru-RU" sz="1800" b="0" i="0" u="none" strike="noStrike" cap="none" spc="0">
                        <a:ln>
                          <a:noFill/>
                        </a:ln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30000"/>
                        </a:lnSpc>
                        <a:defRPr/>
                      </a:pPr>
                      <a:r>
                        <a:rPr lang="ru-RU" sz="1800" b="0" i="0" u="none" strike="noStrike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Васянин </a:t>
                      </a:r>
                      <a:r>
                        <a:rPr lang="ru-RU" sz="1800" b="0" i="0" u="none" strike="noStrike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И. А.,</a:t>
                      </a:r>
                      <a:r>
                        <a:rPr lang="ru-RU" sz="1800" b="0" i="0" u="none" strike="noStrike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ru-RU" sz="1800" b="0" i="0" u="none" strike="noStrike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Жидких </a:t>
                      </a:r>
                      <a:r>
                        <a:rPr lang="ru-RU" sz="1800" b="0" i="0" u="none" strike="noStrike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В. М.,</a:t>
                      </a:r>
                      <a:r>
                        <a:rPr lang="en-US" sz="1800" b="0" i="0" u="none" strike="noStrik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ru-RU" sz="1800" b="0" i="0" u="none" strike="noStrik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Клещева П. А., </a:t>
                      </a:r>
                      <a:r>
                        <a:rPr lang="ru-RU" sz="1800" b="0" i="0" u="none" strike="noStrik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Красова</a:t>
                      </a:r>
                      <a:r>
                        <a:rPr lang="ru-RU" sz="1800" b="0" i="0" u="none" strike="noStrik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Ю. Р.</a:t>
                      </a:r>
                      <a:endParaRPr lang="ru-RU" sz="1800" b="0" i="0" u="none" strike="noStrike" cap="none" spc="0">
                        <a:ln>
                          <a:noFill/>
                        </a:ln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91434" marR="91434" marT="45748" marB="45748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5745072" name="Rectangle 2"/>
          <p:cNvSpPr txBox="1">
            <a:spLocks noChangeArrowheads="1" noRot="1"/>
          </p:cNvSpPr>
          <p:nvPr/>
        </p:nvSpPr>
        <p:spPr bwMode="auto">
          <a:xfrm>
            <a:off x="468313" y="6259513"/>
            <a:ext cx="8064500" cy="404812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spcBef>
                <a:spcPts val="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Calibri"/>
              </a:defRPr>
            </a:lvl1pPr>
            <a:lvl2pPr marL="742950" indent="-285750">
              <a:spcBef>
                <a:spcPts val="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Calibri"/>
              </a:defRPr>
            </a:lvl2pPr>
            <a:lvl3pPr marL="1143000" indent="-228600">
              <a:spcBef>
                <a:spcPts val="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</a:defRPr>
            </a:lvl3pPr>
            <a:lvl4pPr marL="1600200" indent="-228600">
              <a:spcBef>
                <a:spcPts val="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Calibri"/>
              </a:defRPr>
            </a:lvl4pPr>
            <a:lvl5pPr marL="2057400" indent="-228600">
              <a:spcBef>
                <a:spcPts val="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9pPr>
          </a:lstStyle>
          <a:p>
            <a:pPr algn="ctr">
              <a:lnSpc>
                <a:spcPct val="150000"/>
              </a:lnSpc>
              <a:spcBef>
                <a:spcPts val="0"/>
              </a:spcBef>
              <a:buFontTx/>
              <a:buNone/>
              <a:defRPr/>
            </a:pPr>
            <a:r>
              <a:rPr lang="ru-RU" sz="1800" b="1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Разработка информационно-поисковой системы для выбора учебно-методических изданий кафедры САПРиУ</a:t>
            </a:r>
            <a:endParaRPr/>
          </a:p>
        </p:txBody>
      </p:sp>
      <p:pic>
        <p:nvPicPr>
          <p:cNvPr id="1028289674" name="Picture 6" descr="Логотип_САПРиУ"/>
          <p:cNvPicPr>
            <a:picLocks noChangeAspect="1" noChangeArrowheads="1"/>
          </p:cNvPicPr>
          <p:nvPr/>
        </p:nvPicPr>
        <p:blipFill>
          <a:blip r:embed="rId3"/>
          <a:srcRect l="3600" t="10747" r="34196" b="37616"/>
          <a:stretch/>
        </p:blipFill>
        <p:spPr bwMode="auto">
          <a:xfrm>
            <a:off x="8532813" y="6348413"/>
            <a:ext cx="611187" cy="509587"/>
          </a:xfrm>
          <a:prstGeom prst="rect">
            <a:avLst/>
          </a:prstGeom>
          <a:noFill/>
          <a:ln>
            <a:noFill/>
          </a:ln>
        </p:spPr>
      </p:pic>
      <p:sp>
        <p:nvSpPr>
          <p:cNvPr id="617940251" name="Rectangle 2"/>
          <p:cNvSpPr txBox="1">
            <a:spLocks noChangeArrowheads="1" noRot="1"/>
          </p:cNvSpPr>
          <p:nvPr/>
        </p:nvSpPr>
        <p:spPr bwMode="auto">
          <a:xfrm flipH="0" flipV="0">
            <a:off x="924391" y="6453186"/>
            <a:ext cx="965607" cy="404812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spcBef>
                <a:spcPts val="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Calibri"/>
              </a:defRPr>
            </a:lvl1pPr>
            <a:lvl2pPr marL="742950" indent="-285750">
              <a:spcBef>
                <a:spcPts val="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Calibri"/>
              </a:defRPr>
            </a:lvl2pPr>
            <a:lvl3pPr marL="1143000" indent="-228600">
              <a:spcBef>
                <a:spcPts val="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</a:defRPr>
            </a:lvl3pPr>
            <a:lvl4pPr marL="1600200" indent="-228600">
              <a:spcBef>
                <a:spcPts val="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Calibri"/>
              </a:defRPr>
            </a:lvl4pPr>
            <a:lvl5pPr marL="2057400" indent="-228600">
              <a:spcBef>
                <a:spcPts val="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9pPr>
          </a:lstStyle>
          <a:p>
            <a:pPr algn="ctr">
              <a:spcBef>
                <a:spcPts val="0"/>
              </a:spcBef>
              <a:buFontTx/>
              <a:buNone/>
              <a:defRPr/>
            </a:pPr>
            <a:r>
              <a:rPr lang="ru-RU" sz="1800" b="1">
                <a:latin typeface="Times New Roman"/>
                <a:cs typeface="Times New Roman"/>
              </a:rPr>
              <a:t>2 / 25</a:t>
            </a:r>
            <a:endParaRPr/>
          </a:p>
        </p:txBody>
      </p:sp>
      <p:pic>
        <p:nvPicPr>
          <p:cNvPr id="915005174" name="Picture 6" descr="spbgti_logo.png"/>
          <p:cNvPicPr>
            <a:picLocks noChangeAspect="1" noChangeArrowheads="1"/>
          </p:cNvPicPr>
          <p:nvPr/>
        </p:nvPicPr>
        <p:blipFill>
          <a:blip r:embed="rId4"/>
          <a:stretch/>
        </p:blipFill>
        <p:spPr bwMode="auto">
          <a:xfrm>
            <a:off x="107949" y="6259513"/>
            <a:ext cx="422275" cy="554037"/>
          </a:xfrm>
          <a:prstGeom prst="rect">
            <a:avLst/>
          </a:prstGeom>
          <a:noFill/>
          <a:ln>
            <a:noFill/>
          </a:ln>
        </p:spPr>
      </p:pic>
      <p:sp>
        <p:nvSpPr>
          <p:cNvPr id="1813200925" name="Прямоугольник 2"/>
          <p:cNvSpPr>
            <a:spLocks noChangeArrowheads="1"/>
          </p:cNvSpPr>
          <p:nvPr/>
        </p:nvSpPr>
        <p:spPr bwMode="auto">
          <a:xfrm>
            <a:off x="3779838" y="144463"/>
            <a:ext cx="1813317" cy="46166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spcBef>
                <a:spcPts val="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Calibri"/>
              </a:defRPr>
            </a:lvl1pPr>
            <a:lvl2pPr marL="742950" indent="-285750">
              <a:spcBef>
                <a:spcPts val="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Calibri"/>
              </a:defRPr>
            </a:lvl2pPr>
            <a:lvl3pPr marL="1143000" indent="-228600">
              <a:spcBef>
                <a:spcPts val="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</a:defRPr>
            </a:lvl3pPr>
            <a:lvl4pPr marL="1600200" indent="-228600">
              <a:spcBef>
                <a:spcPts val="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Calibri"/>
              </a:defRPr>
            </a:lvl4pPr>
            <a:lvl5pPr marL="2057400" indent="-228600">
              <a:spcBef>
                <a:spcPts val="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9pPr>
          </a:lstStyle>
          <a:p>
            <a:pPr>
              <a:spcBef>
                <a:spcPts val="0"/>
              </a:spcBef>
              <a:buFontTx/>
              <a:buNone/>
              <a:defRPr/>
            </a:pPr>
            <a:r>
              <a:rPr lang="ru-RU" sz="2400">
                <a:latin typeface="Times New Roman"/>
                <a:ea typeface="Calibri"/>
                <a:cs typeface="Times New Roman"/>
              </a:rPr>
              <a:t>ВВЕДЕНИЕ</a:t>
            </a:r>
            <a:endParaRPr lang="ru-RU" sz="180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880667074" name="Прямоугольник 1"/>
          <p:cNvSpPr>
            <a:spLocks noChangeArrowheads="1"/>
          </p:cNvSpPr>
          <p:nvPr/>
        </p:nvSpPr>
        <p:spPr bwMode="auto">
          <a:xfrm flipH="0" flipV="0">
            <a:off x="-24588" y="606126"/>
            <a:ext cx="9196418" cy="5084424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ts val="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Calibri"/>
              </a:defRPr>
            </a:lvl1pPr>
            <a:lvl2pPr marL="742950" indent="-285750">
              <a:spcBef>
                <a:spcPts val="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Calibri"/>
              </a:defRPr>
            </a:lvl2pPr>
            <a:lvl3pPr marL="1143000" indent="-228600">
              <a:spcBef>
                <a:spcPts val="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</a:defRPr>
            </a:lvl3pPr>
            <a:lvl4pPr marL="1600200" indent="-228600">
              <a:spcBef>
                <a:spcPts val="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Calibri"/>
              </a:defRPr>
            </a:lvl4pPr>
            <a:lvl5pPr marL="2057400" indent="-228600">
              <a:spcBef>
                <a:spcPts val="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9pPr>
          </a:lstStyle>
          <a:p>
            <a:pPr marL="0" indent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В настоящее время электронная форма позволяет хранить информацию наиболее надежно и компактно, распространять ее намного оперативнее и шире. </a:t>
            </a:r>
            <a:endParaRPr lang="ru-RU" sz="1800" b="0" i="0" u="none" strike="noStrike" cap="none" spc="0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/>
            </a:pPr>
            <a:endParaRPr sz="1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0" indent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Под цифровой библиотекой учебно-методических изданий понимается информационная система, которая обеспечивает хранение материалов, их поиск и анализ, а также предоставление доступа к текстам и сопутствующим метаданным.  Для кафедры систем автоматизированного проектирования и управления (САПРиУ) СПбГТИ(ТУ) создание такой библиотеки особенно актуально и значимо. Электронная библиотека предоставляет возможность упорядочить накопленные кафедры материалы, упрощая доступ к ним как студентам, так и преподавателям.</a:t>
            </a:r>
            <a:endParaRPr lang="ru-RU" sz="1800" b="0" i="0" u="none" strike="noStrike" cap="none" spc="0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/>
            </a:pPr>
            <a:endParaRPr sz="1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Разработка такой системы позволит решить проблемы ручного поиска, дублирования данных, учета изменений в структуре образовательных программ и обеспечить удобный интерфейс для студентов, преподавателей и администраторов.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02658163" name="Picture 6" descr="Логотип_САПРиУ"/>
          <p:cNvPicPr>
            <a:picLocks noChangeAspect="1" noChangeArrowheads="1"/>
          </p:cNvPicPr>
          <p:nvPr/>
        </p:nvPicPr>
        <p:blipFill>
          <a:blip r:embed="rId3"/>
          <a:srcRect l="3600" t="10747" r="34196" b="37616"/>
          <a:stretch/>
        </p:blipFill>
        <p:spPr bwMode="auto">
          <a:xfrm>
            <a:off x="8532813" y="6348413"/>
            <a:ext cx="611187" cy="5095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8796687" name="Picture 6" descr="spbgti_logo.png"/>
          <p:cNvPicPr>
            <a:picLocks noChangeAspect="1" noChangeArrowheads="1"/>
          </p:cNvPicPr>
          <p:nvPr/>
        </p:nvPicPr>
        <p:blipFill>
          <a:blip r:embed="rId4"/>
          <a:stretch/>
        </p:blipFill>
        <p:spPr bwMode="auto">
          <a:xfrm>
            <a:off x="107949" y="6259513"/>
            <a:ext cx="422275" cy="554037"/>
          </a:xfrm>
          <a:prstGeom prst="rect">
            <a:avLst/>
          </a:prstGeom>
          <a:noFill/>
          <a:ln>
            <a:noFill/>
          </a:ln>
        </p:spPr>
      </p:pic>
      <p:sp>
        <p:nvSpPr>
          <p:cNvPr id="1679241571" name="Прямоугольник 2"/>
          <p:cNvSpPr>
            <a:spLocks noChangeArrowheads="1"/>
          </p:cNvSpPr>
          <p:nvPr/>
        </p:nvSpPr>
        <p:spPr bwMode="auto">
          <a:xfrm>
            <a:off x="287559" y="130203"/>
            <a:ext cx="8425942" cy="701399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ts val="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Calibri"/>
              </a:defRPr>
            </a:lvl1pPr>
            <a:lvl2pPr marL="742950" indent="-285750">
              <a:spcBef>
                <a:spcPts val="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Calibri"/>
              </a:defRPr>
            </a:lvl2pPr>
            <a:lvl3pPr marL="1143000" indent="-228600">
              <a:spcBef>
                <a:spcPts val="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</a:defRPr>
            </a:lvl3pPr>
            <a:lvl4pPr marL="1600200" indent="-228600">
              <a:spcBef>
                <a:spcPts val="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Calibri"/>
              </a:defRPr>
            </a:lvl4pPr>
            <a:lvl5pPr marL="2057400" indent="-228600">
              <a:spcBef>
                <a:spcPts val="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9pPr>
          </a:lstStyle>
          <a:p>
            <a:pPr algn="ctr">
              <a:spcBef>
                <a:spcPts val="0"/>
              </a:spcBef>
              <a:buFontTx/>
              <a:buNone/>
              <a:defRPr/>
            </a:pPr>
            <a:r>
              <a:rPr lang="ru-RU" sz="2000" b="1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Анализ характеристик учебно-методических изданий кафедры САПРиУ</a:t>
            </a:r>
            <a:endParaRPr/>
          </a:p>
        </p:txBody>
      </p:sp>
      <p:sp>
        <p:nvSpPr>
          <p:cNvPr id="440673507" name="Rectangle 2"/>
          <p:cNvSpPr txBox="1">
            <a:spLocks noChangeArrowheads="1" noRot="1"/>
          </p:cNvSpPr>
          <p:nvPr/>
        </p:nvSpPr>
        <p:spPr bwMode="auto">
          <a:xfrm>
            <a:off x="468312" y="6259512"/>
            <a:ext cx="8064499" cy="404811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spcBef>
                <a:spcPts val="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Calibri"/>
              </a:defRPr>
            </a:lvl1pPr>
            <a:lvl2pPr marL="742950" indent="-285750">
              <a:spcBef>
                <a:spcPts val="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Calibri"/>
              </a:defRPr>
            </a:lvl2pPr>
            <a:lvl3pPr marL="1143000" indent="-228600">
              <a:spcBef>
                <a:spcPts val="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</a:defRPr>
            </a:lvl3pPr>
            <a:lvl4pPr marL="1600200" indent="-228600">
              <a:spcBef>
                <a:spcPts val="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Calibri"/>
              </a:defRPr>
            </a:lvl4pPr>
            <a:lvl5pPr marL="2057400" indent="-228600">
              <a:spcBef>
                <a:spcPts val="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5pPr>
            <a:lvl6pPr marL="2514599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9pPr>
          </a:lstStyle>
          <a:p>
            <a:pPr algn="ctr">
              <a:lnSpc>
                <a:spcPct val="150000"/>
              </a:lnSpc>
              <a:spcBef>
                <a:spcPts val="0"/>
              </a:spcBef>
              <a:buFontTx/>
              <a:buNone/>
              <a:defRPr/>
            </a:pPr>
            <a:r>
              <a:rPr lang="ru-RU" sz="1800" b="1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Разработка информационно-поисковой системы для выбора учебно-методических изданий кафедры САПРиУ</a:t>
            </a:r>
            <a:endParaRPr/>
          </a:p>
        </p:txBody>
      </p:sp>
      <p:sp>
        <p:nvSpPr>
          <p:cNvPr id="1415702954" name="Rectangle 2"/>
          <p:cNvSpPr txBox="1">
            <a:spLocks noChangeArrowheads="1" noRot="1"/>
          </p:cNvSpPr>
          <p:nvPr/>
        </p:nvSpPr>
        <p:spPr bwMode="auto">
          <a:xfrm flipH="0" flipV="0">
            <a:off x="924391" y="6453186"/>
            <a:ext cx="965606" cy="404812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spcBef>
                <a:spcPts val="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Calibri"/>
              </a:defRPr>
            </a:lvl1pPr>
            <a:lvl2pPr marL="742950" indent="-285750">
              <a:spcBef>
                <a:spcPts val="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Calibri"/>
              </a:defRPr>
            </a:lvl2pPr>
            <a:lvl3pPr marL="1143000" indent="-228600">
              <a:spcBef>
                <a:spcPts val="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</a:defRPr>
            </a:lvl3pPr>
            <a:lvl4pPr marL="1600200" indent="-228600">
              <a:spcBef>
                <a:spcPts val="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Calibri"/>
              </a:defRPr>
            </a:lvl4pPr>
            <a:lvl5pPr marL="2057400" indent="-228600">
              <a:spcBef>
                <a:spcPts val="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5pPr>
            <a:lvl6pPr marL="2514599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9pPr>
          </a:lstStyle>
          <a:p>
            <a:pPr algn="ctr">
              <a:spcBef>
                <a:spcPts val="0"/>
              </a:spcBef>
              <a:buFontTx/>
              <a:buNone/>
              <a:defRPr/>
            </a:pPr>
            <a:r>
              <a:rPr lang="ru-RU" sz="1800" b="1">
                <a:latin typeface="Times New Roman"/>
                <a:cs typeface="Times New Roman"/>
              </a:rPr>
              <a:t>3 / 25</a:t>
            </a:r>
            <a:endParaRPr/>
          </a:p>
        </p:txBody>
      </p:sp>
      <p:sp>
        <p:nvSpPr>
          <p:cNvPr id="1145035093" name=""/>
          <p:cNvSpPr txBox="1"/>
          <p:nvPr/>
        </p:nvSpPr>
        <p:spPr bwMode="auto">
          <a:xfrm rot="0" flipH="0" flipV="0">
            <a:off x="-10529" y="818471"/>
            <a:ext cx="9154889" cy="508442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800">
                <a:latin typeface="Times New Roman"/>
                <a:ea typeface="Times New Roman"/>
                <a:cs typeface="Times New Roman"/>
              </a:rPr>
              <a:t>Учебно-методические издания кафедры </a:t>
            </a:r>
            <a:r>
              <a:rPr lang="ru-RU" sz="1800">
                <a:latin typeface="Times New Roman"/>
                <a:ea typeface="Times New Roman"/>
                <a:cs typeface="Times New Roman"/>
              </a:rPr>
              <a:t>САПРиУ, являются значимым результатом учебно-методической и научной деятельности профессорско-преподавательского состава. </a:t>
            </a:r>
            <a:r>
              <a:rPr lang="ru-RU" sz="1800">
                <a:latin typeface="Times New Roman"/>
                <a:ea typeface="Times New Roman"/>
                <a:cs typeface="Times New Roman"/>
              </a:rPr>
              <a:t>Издания охватывают вопросы разработки современных информационных систем, авт</a:t>
            </a:r>
            <a:r>
              <a:rPr lang="ru-RU" sz="1800">
                <a:latin typeface="Times New Roman"/>
                <a:ea typeface="Times New Roman"/>
                <a:cs typeface="Times New Roman"/>
              </a:rPr>
              <a:t>оматизированных комплексов и технологий обработки данных.</a:t>
            </a:r>
            <a:endParaRPr sz="1800">
              <a:latin typeface="Times New Roman"/>
              <a:cs typeface="Times New Roman"/>
            </a:endParaRPr>
          </a:p>
          <a:p>
            <a:pPr algn="just">
              <a:lnSpc>
                <a:spcPct val="130000"/>
              </a:lnSpc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На кафедре САПРиУ накоплен обширный фонд учебно-методических изданий, представляющих собой один из наиболее востребованных ресурсов вузовской библиотеки, поскольку служат основой для организации аудиторной и самостоятельной работы студентов, содержат авторские методические разработки преподавателей и регулярно обновляются в соответствии с изменениями учебных программ.</a:t>
            </a:r>
            <a:endParaRPr sz="1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Тем не менее традиционные способы учета, включающие бумажные архивы и разрозненные электронные папки, создают серьезные трудности при поиске нужных материалов, что </a:t>
            </a:r>
            <a:r>
              <a:rPr lang="ru-RU" sz="1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подтверждает актуальность разработки информационно-поисковой системы для выбора учебно-методических изданий кафедры САПРиУ, которая позволит эффективно хранить, систематизировать и предоставлять удобный доступ к материалам.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18304417" name="Picture 6" descr="Логотип_САПРиУ"/>
          <p:cNvPicPr>
            <a:picLocks noChangeAspect="1" noChangeArrowheads="1"/>
          </p:cNvPicPr>
          <p:nvPr/>
        </p:nvPicPr>
        <p:blipFill>
          <a:blip r:embed="rId3"/>
          <a:srcRect l="3600" t="10747" r="34196" b="37616"/>
          <a:stretch/>
        </p:blipFill>
        <p:spPr bwMode="auto">
          <a:xfrm>
            <a:off x="8532813" y="6348413"/>
            <a:ext cx="611187" cy="509587"/>
          </a:xfrm>
          <a:prstGeom prst="rect">
            <a:avLst/>
          </a:prstGeom>
          <a:noFill/>
          <a:ln>
            <a:noFill/>
          </a:ln>
        </p:spPr>
      </p:pic>
      <p:pic>
        <p:nvPicPr>
          <p:cNvPr id="923107874" name="Picture 6" descr="spbgti_logo.png"/>
          <p:cNvPicPr>
            <a:picLocks noChangeAspect="1" noChangeArrowheads="1"/>
          </p:cNvPicPr>
          <p:nvPr/>
        </p:nvPicPr>
        <p:blipFill>
          <a:blip r:embed="rId4"/>
          <a:stretch/>
        </p:blipFill>
        <p:spPr bwMode="auto">
          <a:xfrm>
            <a:off x="107949" y="6259513"/>
            <a:ext cx="422275" cy="554037"/>
          </a:xfrm>
          <a:prstGeom prst="rect">
            <a:avLst/>
          </a:prstGeom>
          <a:noFill/>
          <a:ln>
            <a:noFill/>
          </a:ln>
        </p:spPr>
      </p:pic>
      <p:sp>
        <p:nvSpPr>
          <p:cNvPr id="2059706332" name="Прямоугольник 2"/>
          <p:cNvSpPr>
            <a:spLocks noChangeArrowheads="1"/>
          </p:cNvSpPr>
          <p:nvPr/>
        </p:nvSpPr>
        <p:spPr bwMode="auto">
          <a:xfrm>
            <a:off x="288923" y="188912"/>
            <a:ext cx="8425222" cy="457559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ts val="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Calibri"/>
              </a:defRPr>
            </a:lvl1pPr>
            <a:lvl2pPr marL="742950" indent="-285750">
              <a:spcBef>
                <a:spcPts val="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Calibri"/>
              </a:defRPr>
            </a:lvl2pPr>
            <a:lvl3pPr marL="1143000" indent="-228600">
              <a:spcBef>
                <a:spcPts val="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</a:defRPr>
            </a:lvl3pPr>
            <a:lvl4pPr marL="1600200" indent="-228600">
              <a:spcBef>
                <a:spcPts val="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Calibri"/>
              </a:defRPr>
            </a:lvl4pPr>
            <a:lvl5pPr marL="2057400" indent="-228600">
              <a:spcBef>
                <a:spcPts val="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9pPr>
          </a:lstStyle>
          <a:p>
            <a:pPr algn="ctr">
              <a:spcBef>
                <a:spcPts val="0"/>
              </a:spcBef>
              <a:buFontTx/>
              <a:buNone/>
              <a:defRPr/>
            </a:pPr>
            <a:r>
              <a:rPr lang="ru-RU" sz="2400" b="1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Цель и задачи технологической практики</a:t>
            </a:r>
            <a:endParaRPr/>
          </a:p>
        </p:txBody>
      </p:sp>
      <p:sp>
        <p:nvSpPr>
          <p:cNvPr id="1788792441" name="Rectangle 2"/>
          <p:cNvSpPr txBox="1">
            <a:spLocks noChangeArrowheads="1" noRot="1"/>
          </p:cNvSpPr>
          <p:nvPr/>
        </p:nvSpPr>
        <p:spPr bwMode="auto">
          <a:xfrm>
            <a:off x="468312" y="6259512"/>
            <a:ext cx="8064499" cy="404811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spcBef>
                <a:spcPts val="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Calibri"/>
              </a:defRPr>
            </a:lvl1pPr>
            <a:lvl2pPr marL="742950" indent="-285750">
              <a:spcBef>
                <a:spcPts val="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Calibri"/>
              </a:defRPr>
            </a:lvl2pPr>
            <a:lvl3pPr marL="1143000" indent="-228600">
              <a:spcBef>
                <a:spcPts val="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</a:defRPr>
            </a:lvl3pPr>
            <a:lvl4pPr marL="1600200" indent="-228600">
              <a:spcBef>
                <a:spcPts val="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Calibri"/>
              </a:defRPr>
            </a:lvl4pPr>
            <a:lvl5pPr marL="2057400" indent="-228600">
              <a:spcBef>
                <a:spcPts val="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5pPr>
            <a:lvl6pPr marL="2514599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9pPr>
          </a:lstStyle>
          <a:p>
            <a:pPr algn="ctr">
              <a:lnSpc>
                <a:spcPct val="150000"/>
              </a:lnSpc>
              <a:spcBef>
                <a:spcPts val="0"/>
              </a:spcBef>
              <a:buFontTx/>
              <a:buNone/>
              <a:defRPr/>
            </a:pPr>
            <a:r>
              <a:rPr lang="ru-RU" sz="1800" b="1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Разработка информационно-поисковой системы для выбора учебно-методических изданий кафедры САПРиУ</a:t>
            </a:r>
            <a:endParaRPr/>
          </a:p>
        </p:txBody>
      </p:sp>
      <p:sp>
        <p:nvSpPr>
          <p:cNvPr id="1647773992" name="Rectangle 2"/>
          <p:cNvSpPr txBox="1">
            <a:spLocks noChangeArrowheads="1" noRot="1"/>
          </p:cNvSpPr>
          <p:nvPr/>
        </p:nvSpPr>
        <p:spPr bwMode="auto">
          <a:xfrm flipH="0" flipV="0">
            <a:off x="924390" y="6453185"/>
            <a:ext cx="965606" cy="404811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spcBef>
                <a:spcPts val="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Calibri"/>
              </a:defRPr>
            </a:lvl1pPr>
            <a:lvl2pPr marL="742950" indent="-285750">
              <a:spcBef>
                <a:spcPts val="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Calibri"/>
              </a:defRPr>
            </a:lvl2pPr>
            <a:lvl3pPr marL="1143000" indent="-228600">
              <a:spcBef>
                <a:spcPts val="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</a:defRPr>
            </a:lvl3pPr>
            <a:lvl4pPr marL="1600200" indent="-228600">
              <a:spcBef>
                <a:spcPts val="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Calibri"/>
              </a:defRPr>
            </a:lvl4pPr>
            <a:lvl5pPr marL="2057400" indent="-228600">
              <a:spcBef>
                <a:spcPts val="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5pPr>
            <a:lvl6pPr marL="2514599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9pPr>
          </a:lstStyle>
          <a:p>
            <a:pPr algn="ctr">
              <a:spcBef>
                <a:spcPts val="0"/>
              </a:spcBef>
              <a:buFontTx/>
              <a:buNone/>
              <a:defRPr/>
            </a:pPr>
            <a:r>
              <a:rPr lang="en-US" sz="1800" b="1">
                <a:latin typeface="Times New Roman"/>
                <a:cs typeface="Times New Roman"/>
              </a:rPr>
              <a:t>4</a:t>
            </a:r>
            <a:r>
              <a:rPr lang="ru-RU" sz="1800" b="1">
                <a:latin typeface="Times New Roman"/>
                <a:cs typeface="Times New Roman"/>
              </a:rPr>
              <a:t> / 25</a:t>
            </a:r>
            <a:endParaRPr/>
          </a:p>
        </p:txBody>
      </p:sp>
      <p:sp>
        <p:nvSpPr>
          <p:cNvPr id="1337960169" name=""/>
          <p:cNvSpPr txBox="1"/>
          <p:nvPr/>
        </p:nvSpPr>
        <p:spPr bwMode="auto">
          <a:xfrm rot="0" flipH="0" flipV="0">
            <a:off x="1710" y="646472"/>
            <a:ext cx="9150569" cy="54410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just">
              <a:lnSpc>
                <a:spcPct val="130000"/>
              </a:lnSpc>
              <a:defRPr/>
            </a:pPr>
            <a:r>
              <a:rPr>
                <a:latin typeface="Times New Roman"/>
                <a:ea typeface="Times New Roman"/>
                <a:cs typeface="Times New Roman"/>
              </a:rPr>
              <a:t>Целью настоящей работы является разработка структуры данных и клиент-серверной архитектуры информационно-поисковой системы для выбора учебно-методических изданий кафедры САПРиУ.</a:t>
            </a:r>
            <a:endParaRPr>
              <a:latin typeface="Times New Roman"/>
              <a:ea typeface="Times New Roman"/>
              <a:cs typeface="Times New Roman"/>
            </a:endParaRPr>
          </a:p>
          <a:p>
            <a:pPr algn="just">
              <a:lnSpc>
                <a:spcPct val="130000"/>
              </a:lnSpc>
              <a:defRPr/>
            </a:pPr>
            <a:endParaRPr>
              <a:latin typeface="Times New Roman"/>
              <a:cs typeface="Times New Roman"/>
            </a:endParaRPr>
          </a:p>
          <a:p>
            <a:pPr algn="just">
              <a:lnSpc>
                <a:spcPct val="130000"/>
              </a:lnSpc>
              <a:defRPr/>
            </a:pPr>
            <a:r>
              <a:rPr>
                <a:latin typeface="Times New Roman"/>
                <a:ea typeface="Times New Roman"/>
                <a:cs typeface="Times New Roman"/>
              </a:rPr>
              <a:t>Задачи включают:</a:t>
            </a:r>
            <a:endParaRPr>
              <a:latin typeface="Times New Roman"/>
              <a:cs typeface="Times New Roman"/>
            </a:endParaRPr>
          </a:p>
          <a:p>
            <a:pPr algn="just">
              <a:lnSpc>
                <a:spcPct val="130000"/>
              </a:lnSpc>
              <a:defRPr/>
            </a:pPr>
            <a:r>
              <a:rPr>
                <a:latin typeface="Times New Roman"/>
                <a:ea typeface="Times New Roman"/>
                <a:cs typeface="Times New Roman"/>
              </a:rPr>
              <a:t>– проведение анализа предметной области;</a:t>
            </a:r>
            <a:endParaRPr>
              <a:latin typeface="Times New Roman"/>
              <a:cs typeface="Times New Roman"/>
            </a:endParaRPr>
          </a:p>
          <a:p>
            <a:pPr algn="just">
              <a:lnSpc>
                <a:spcPct val="130000"/>
              </a:lnSpc>
              <a:defRPr/>
            </a:pPr>
            <a:r>
              <a:rPr>
                <a:latin typeface="Times New Roman"/>
                <a:ea typeface="Times New Roman"/>
                <a:cs typeface="Times New Roman"/>
              </a:rPr>
              <a:t>– разработку функциональной структуры информационно-поисковой системы;</a:t>
            </a:r>
            <a:endParaRPr>
              <a:latin typeface="Times New Roman"/>
              <a:cs typeface="Times New Roman"/>
            </a:endParaRPr>
          </a:p>
          <a:p>
            <a:pPr algn="just">
              <a:lnSpc>
                <a:spcPct val="130000"/>
              </a:lnSpc>
              <a:defRPr/>
            </a:pPr>
            <a:r>
              <a:rPr>
                <a:latin typeface="Times New Roman"/>
                <a:ea typeface="Times New Roman"/>
                <a:cs typeface="Times New Roman"/>
              </a:rPr>
              <a:t>– проектирование структуры данных для хранения сведений об учебно-методических изданиях;</a:t>
            </a:r>
            <a:endParaRPr>
              <a:latin typeface="Times New Roman"/>
              <a:cs typeface="Times New Roman"/>
            </a:endParaRPr>
          </a:p>
          <a:p>
            <a:pPr algn="just">
              <a:lnSpc>
                <a:spcPct val="130000"/>
              </a:lnSpc>
              <a:defRPr/>
            </a:pPr>
            <a:r>
              <a:rPr>
                <a:latin typeface="Times New Roman"/>
                <a:ea typeface="Times New Roman"/>
                <a:cs typeface="Times New Roman"/>
              </a:rPr>
              <a:t>– разработку клиент-серверной архитектуры информационно-поисковой системы;</a:t>
            </a:r>
            <a:endParaRPr>
              <a:latin typeface="Times New Roman"/>
              <a:cs typeface="Times New Roman"/>
            </a:endParaRPr>
          </a:p>
          <a:p>
            <a:pPr algn="just">
              <a:lnSpc>
                <a:spcPct val="130000"/>
              </a:lnSpc>
              <a:defRPr/>
            </a:pPr>
            <a:r>
              <a:rPr>
                <a:latin typeface="Times New Roman"/>
                <a:ea typeface="Times New Roman"/>
                <a:cs typeface="Times New Roman"/>
              </a:rPr>
              <a:t>– разработку алгоритма многокритериального поиска и подбора учебно-методических изданий;</a:t>
            </a:r>
            <a:endParaRPr>
              <a:latin typeface="Times New Roman"/>
              <a:cs typeface="Times New Roman"/>
            </a:endParaRPr>
          </a:p>
          <a:p>
            <a:pPr algn="just">
              <a:lnSpc>
                <a:spcPct val="130000"/>
              </a:lnSpc>
              <a:defRPr/>
            </a:pPr>
            <a:r>
              <a:rPr>
                <a:latin typeface="Times New Roman"/>
                <a:ea typeface="Times New Roman"/>
                <a:cs typeface="Times New Roman"/>
              </a:rPr>
              <a:t>– разработку структуры пользовательских интерфейсов программного комплекса;</a:t>
            </a:r>
            <a:endParaRPr>
              <a:latin typeface="Times New Roman"/>
              <a:cs typeface="Times New Roman"/>
            </a:endParaRPr>
          </a:p>
          <a:p>
            <a:pPr algn="just">
              <a:lnSpc>
                <a:spcPct val="130000"/>
              </a:lnSpc>
              <a:defRPr/>
            </a:pPr>
            <a:r>
              <a:rPr>
                <a:latin typeface="Times New Roman"/>
                <a:ea typeface="Times New Roman"/>
                <a:cs typeface="Times New Roman"/>
              </a:rPr>
              <a:t>– составление описания структуры данных и алгоритмов работы системы;</a:t>
            </a:r>
            <a:endParaRPr>
              <a:latin typeface="Times New Roman"/>
              <a:cs typeface="Times New Roman"/>
            </a:endParaRPr>
          </a:p>
          <a:p>
            <a:pPr algn="just">
              <a:lnSpc>
                <a:spcPct val="130000"/>
              </a:lnSpc>
              <a:defRPr/>
            </a:pPr>
            <a:r>
              <a:rPr>
                <a:latin typeface="Times New Roman"/>
                <a:ea typeface="Times New Roman"/>
                <a:cs typeface="Times New Roman"/>
              </a:rPr>
              <a:t>– проведение тестирования разработанного программного комплекса;</a:t>
            </a:r>
            <a:endParaRPr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3088031" name="Picture 6" descr="Логотип_САПРиУ"/>
          <p:cNvPicPr>
            <a:picLocks noChangeAspect="1" noChangeArrowheads="1"/>
          </p:cNvPicPr>
          <p:nvPr/>
        </p:nvPicPr>
        <p:blipFill>
          <a:blip r:embed="rId3"/>
          <a:srcRect l="3600" t="10747" r="34196" b="37616"/>
          <a:stretch/>
        </p:blipFill>
        <p:spPr bwMode="auto">
          <a:xfrm>
            <a:off x="8532813" y="6348413"/>
            <a:ext cx="611187" cy="5095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4020816" name="Picture 6" descr="spbgti_logo.png"/>
          <p:cNvPicPr>
            <a:picLocks noChangeAspect="1" noChangeArrowheads="1"/>
          </p:cNvPicPr>
          <p:nvPr/>
        </p:nvPicPr>
        <p:blipFill>
          <a:blip r:embed="rId4"/>
          <a:stretch/>
        </p:blipFill>
        <p:spPr bwMode="auto">
          <a:xfrm>
            <a:off x="107949" y="6259513"/>
            <a:ext cx="422275" cy="554037"/>
          </a:xfrm>
          <a:prstGeom prst="rect">
            <a:avLst/>
          </a:prstGeom>
          <a:noFill/>
          <a:ln>
            <a:noFill/>
          </a:ln>
        </p:spPr>
      </p:pic>
      <p:sp>
        <p:nvSpPr>
          <p:cNvPr id="1644288918" name="Прямоугольник 2"/>
          <p:cNvSpPr>
            <a:spLocks noChangeArrowheads="1"/>
          </p:cNvSpPr>
          <p:nvPr/>
        </p:nvSpPr>
        <p:spPr bwMode="auto">
          <a:xfrm>
            <a:off x="288922" y="188911"/>
            <a:ext cx="8426661" cy="823319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ts val="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Calibri"/>
              </a:defRPr>
            </a:lvl1pPr>
            <a:lvl2pPr marL="742950" indent="-285750">
              <a:spcBef>
                <a:spcPts val="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Calibri"/>
              </a:defRPr>
            </a:lvl2pPr>
            <a:lvl3pPr marL="1143000" indent="-228600">
              <a:spcBef>
                <a:spcPts val="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</a:defRPr>
            </a:lvl3pPr>
            <a:lvl4pPr marL="1600200" indent="-228600">
              <a:spcBef>
                <a:spcPts val="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Calibri"/>
              </a:defRPr>
            </a:lvl4pPr>
            <a:lvl5pPr marL="2057400" indent="-228600">
              <a:spcBef>
                <a:spcPts val="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9pPr>
          </a:lstStyle>
          <a:p>
            <a:pPr algn="ctr">
              <a:spcBef>
                <a:spcPts val="0"/>
              </a:spcBef>
              <a:buFontTx/>
              <a:buNone/>
              <a:defRPr/>
            </a:pPr>
            <a:r>
              <a:rPr lang="ru-RU" sz="2400" b="1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Формализованное описание про</a:t>
            </a:r>
            <a:r>
              <a:rPr lang="ru-RU" sz="2400" b="1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цедуры поиска учебно-методических изданий кафедры САПРиУ</a:t>
            </a:r>
            <a:endParaRPr/>
          </a:p>
        </p:txBody>
      </p:sp>
      <p:sp>
        <p:nvSpPr>
          <p:cNvPr id="214641474" name="Rectangle 2"/>
          <p:cNvSpPr txBox="1">
            <a:spLocks noChangeArrowheads="1" noRot="1"/>
          </p:cNvSpPr>
          <p:nvPr/>
        </p:nvSpPr>
        <p:spPr bwMode="auto">
          <a:xfrm>
            <a:off x="468312" y="6259512"/>
            <a:ext cx="8064499" cy="404811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spcBef>
                <a:spcPts val="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Calibri"/>
              </a:defRPr>
            </a:lvl1pPr>
            <a:lvl2pPr marL="742950" indent="-285750">
              <a:spcBef>
                <a:spcPts val="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Calibri"/>
              </a:defRPr>
            </a:lvl2pPr>
            <a:lvl3pPr marL="1143000" indent="-228600">
              <a:spcBef>
                <a:spcPts val="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</a:defRPr>
            </a:lvl3pPr>
            <a:lvl4pPr marL="1600200" indent="-228600">
              <a:spcBef>
                <a:spcPts val="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Calibri"/>
              </a:defRPr>
            </a:lvl4pPr>
            <a:lvl5pPr marL="2057400" indent="-228600">
              <a:spcBef>
                <a:spcPts val="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5pPr>
            <a:lvl6pPr marL="2514599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9pPr>
          </a:lstStyle>
          <a:p>
            <a:pPr algn="ctr">
              <a:lnSpc>
                <a:spcPct val="150000"/>
              </a:lnSpc>
              <a:spcBef>
                <a:spcPts val="0"/>
              </a:spcBef>
              <a:buFontTx/>
              <a:buNone/>
              <a:defRPr/>
            </a:pPr>
            <a:r>
              <a:rPr lang="ru-RU" sz="1800" b="1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Разработка информационно-поисковой системы для выбора учебно-методических изданий кафедры САПРиУ</a:t>
            </a:r>
            <a:endParaRPr/>
          </a:p>
        </p:txBody>
      </p:sp>
      <p:sp>
        <p:nvSpPr>
          <p:cNvPr id="1461586136" name="Rectangle 2"/>
          <p:cNvSpPr txBox="1">
            <a:spLocks noChangeArrowheads="1" noRot="1"/>
          </p:cNvSpPr>
          <p:nvPr/>
        </p:nvSpPr>
        <p:spPr bwMode="auto">
          <a:xfrm flipH="0" flipV="0">
            <a:off x="924390" y="6453185"/>
            <a:ext cx="965606" cy="404811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spcBef>
                <a:spcPts val="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Calibri"/>
              </a:defRPr>
            </a:lvl1pPr>
            <a:lvl2pPr marL="742950" indent="-285750">
              <a:spcBef>
                <a:spcPts val="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Calibri"/>
              </a:defRPr>
            </a:lvl2pPr>
            <a:lvl3pPr marL="1143000" indent="-228600">
              <a:spcBef>
                <a:spcPts val="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</a:defRPr>
            </a:lvl3pPr>
            <a:lvl4pPr marL="1600200" indent="-228600">
              <a:spcBef>
                <a:spcPts val="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Calibri"/>
              </a:defRPr>
            </a:lvl4pPr>
            <a:lvl5pPr marL="2057400" indent="-228600">
              <a:spcBef>
                <a:spcPts val="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5pPr>
            <a:lvl6pPr marL="2514599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9pPr>
          </a:lstStyle>
          <a:p>
            <a:pPr algn="ctr">
              <a:spcBef>
                <a:spcPts val="0"/>
              </a:spcBef>
              <a:buFontTx/>
              <a:buNone/>
              <a:defRPr/>
            </a:pPr>
            <a:r>
              <a:rPr lang="en-US" sz="1800" b="1">
                <a:latin typeface="Times New Roman"/>
                <a:cs typeface="Times New Roman"/>
              </a:rPr>
              <a:t>5 </a:t>
            </a:r>
            <a:r>
              <a:rPr lang="ru-RU" sz="1800" b="1">
                <a:latin typeface="Times New Roman"/>
                <a:cs typeface="Times New Roman"/>
              </a:rPr>
              <a:t>/ 25</a:t>
            </a:r>
            <a:endParaRPr/>
          </a:p>
        </p:txBody>
      </p:sp>
      <p:pic>
        <p:nvPicPr>
          <p:cNvPr id="4551891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174115" y="1921710"/>
            <a:ext cx="8652890" cy="26903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69779452" name="Picture 6" descr="Логотип_САПРиУ"/>
          <p:cNvPicPr>
            <a:picLocks noChangeAspect="1" noChangeArrowheads="1"/>
          </p:cNvPicPr>
          <p:nvPr/>
        </p:nvPicPr>
        <p:blipFill>
          <a:blip r:embed="rId3"/>
          <a:srcRect l="3600" t="10747" r="34196" b="37616"/>
          <a:stretch/>
        </p:blipFill>
        <p:spPr bwMode="auto">
          <a:xfrm>
            <a:off x="8532813" y="6348413"/>
            <a:ext cx="611187" cy="5095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9077751" name="Picture 6" descr="spbgti_logo.png"/>
          <p:cNvPicPr>
            <a:picLocks noChangeAspect="1" noChangeArrowheads="1"/>
          </p:cNvPicPr>
          <p:nvPr/>
        </p:nvPicPr>
        <p:blipFill>
          <a:blip r:embed="rId4"/>
          <a:stretch/>
        </p:blipFill>
        <p:spPr bwMode="auto">
          <a:xfrm>
            <a:off x="107949" y="6259513"/>
            <a:ext cx="422275" cy="554037"/>
          </a:xfrm>
          <a:prstGeom prst="rect">
            <a:avLst/>
          </a:prstGeom>
          <a:noFill/>
          <a:ln>
            <a:noFill/>
          </a:ln>
        </p:spPr>
      </p:pic>
      <p:sp>
        <p:nvSpPr>
          <p:cNvPr id="801682892" name="Rectangle 2"/>
          <p:cNvSpPr txBox="1">
            <a:spLocks noChangeArrowheads="1" noRot="1"/>
          </p:cNvSpPr>
          <p:nvPr/>
        </p:nvSpPr>
        <p:spPr bwMode="auto">
          <a:xfrm>
            <a:off x="468312" y="6259512"/>
            <a:ext cx="8064499" cy="404811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spcBef>
                <a:spcPts val="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Calibri"/>
              </a:defRPr>
            </a:lvl1pPr>
            <a:lvl2pPr marL="742950" indent="-285750">
              <a:spcBef>
                <a:spcPts val="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Calibri"/>
              </a:defRPr>
            </a:lvl2pPr>
            <a:lvl3pPr marL="1143000" indent="-228600">
              <a:spcBef>
                <a:spcPts val="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</a:defRPr>
            </a:lvl3pPr>
            <a:lvl4pPr marL="1600200" indent="-228600">
              <a:spcBef>
                <a:spcPts val="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Calibri"/>
              </a:defRPr>
            </a:lvl4pPr>
            <a:lvl5pPr marL="2057400" indent="-228600">
              <a:spcBef>
                <a:spcPts val="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5pPr>
            <a:lvl6pPr marL="2514599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9pPr>
          </a:lstStyle>
          <a:p>
            <a:pPr algn="ctr">
              <a:lnSpc>
                <a:spcPct val="150000"/>
              </a:lnSpc>
              <a:spcBef>
                <a:spcPts val="0"/>
              </a:spcBef>
              <a:buFontTx/>
              <a:buNone/>
              <a:defRPr/>
            </a:pPr>
            <a:r>
              <a:rPr lang="ru-RU" sz="1800" b="1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Разработка информационно-поисковой системы для выбора учебно-методических изданий кафедры САПРиУ</a:t>
            </a:r>
            <a:endParaRPr/>
          </a:p>
        </p:txBody>
      </p:sp>
      <p:sp>
        <p:nvSpPr>
          <p:cNvPr id="1769533797" name="Rectangle 2"/>
          <p:cNvSpPr txBox="1">
            <a:spLocks noChangeArrowheads="1" noRot="1"/>
          </p:cNvSpPr>
          <p:nvPr/>
        </p:nvSpPr>
        <p:spPr bwMode="auto">
          <a:xfrm flipH="0" flipV="0">
            <a:off x="924390" y="6453185"/>
            <a:ext cx="965606" cy="404811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spcBef>
                <a:spcPts val="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Calibri"/>
              </a:defRPr>
            </a:lvl1pPr>
            <a:lvl2pPr marL="742950" indent="-285750">
              <a:spcBef>
                <a:spcPts val="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Calibri"/>
              </a:defRPr>
            </a:lvl2pPr>
            <a:lvl3pPr marL="1143000" indent="-228600">
              <a:spcBef>
                <a:spcPts val="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</a:defRPr>
            </a:lvl3pPr>
            <a:lvl4pPr marL="1600200" indent="-228600">
              <a:spcBef>
                <a:spcPts val="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Calibri"/>
              </a:defRPr>
            </a:lvl4pPr>
            <a:lvl5pPr marL="2057400" indent="-228600">
              <a:spcBef>
                <a:spcPts val="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5pPr>
            <a:lvl6pPr marL="2514599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9pPr>
          </a:lstStyle>
          <a:p>
            <a:pPr algn="ctr">
              <a:spcBef>
                <a:spcPts val="0"/>
              </a:spcBef>
              <a:buFontTx/>
              <a:buNone/>
              <a:defRPr/>
            </a:pPr>
            <a:r>
              <a:rPr lang="en-US" sz="1800" b="1">
                <a:latin typeface="Times New Roman"/>
                <a:cs typeface="Times New Roman"/>
              </a:rPr>
              <a:t>6 </a:t>
            </a:r>
            <a:r>
              <a:rPr lang="ru-RU" sz="1800" b="1">
                <a:latin typeface="Times New Roman"/>
                <a:cs typeface="Times New Roman"/>
              </a:rPr>
              <a:t>/ 25</a:t>
            </a:r>
            <a:endParaRPr/>
          </a:p>
        </p:txBody>
      </p:sp>
      <p:sp>
        <p:nvSpPr>
          <p:cNvPr id="570693627" name="Прямоугольник 2"/>
          <p:cNvSpPr>
            <a:spLocks noChangeArrowheads="1"/>
          </p:cNvSpPr>
          <p:nvPr/>
        </p:nvSpPr>
        <p:spPr bwMode="auto">
          <a:xfrm>
            <a:off x="288923" y="188912"/>
            <a:ext cx="8425582" cy="823319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ts val="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Calibri"/>
              </a:defRPr>
            </a:lvl1pPr>
            <a:lvl2pPr marL="742950" indent="-285750">
              <a:spcBef>
                <a:spcPts val="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Calibri"/>
              </a:defRPr>
            </a:lvl2pPr>
            <a:lvl3pPr marL="1143000" indent="-228600">
              <a:spcBef>
                <a:spcPts val="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</a:defRPr>
            </a:lvl3pPr>
            <a:lvl4pPr marL="1600200" indent="-228600">
              <a:spcBef>
                <a:spcPts val="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Calibri"/>
              </a:defRPr>
            </a:lvl4pPr>
            <a:lvl5pPr marL="2057400" indent="-228600">
              <a:spcBef>
                <a:spcPts val="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5pPr>
            <a:lvl6pPr marL="2514599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9pPr>
          </a:lstStyle>
          <a:p>
            <a:pPr algn="ctr">
              <a:spcBef>
                <a:spcPts val="0"/>
              </a:spcBef>
              <a:buFontTx/>
              <a:buNone/>
              <a:defRPr/>
            </a:pPr>
            <a:r>
              <a:rPr lang="ru-RU" sz="2400" b="1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Формализованное описание продедуры поиска учебно-методических изданий кафедры САПРиУ</a:t>
            </a:r>
            <a:endParaRPr/>
          </a:p>
        </p:txBody>
      </p:sp>
      <p:sp>
        <p:nvSpPr>
          <p:cNvPr id="1374885956" name=""/>
          <p:cNvSpPr txBox="1"/>
          <p:nvPr/>
        </p:nvSpPr>
        <p:spPr bwMode="auto">
          <a:xfrm rot="0" flipH="0" flipV="0">
            <a:off x="107948" y="1124505"/>
            <a:ext cx="4874578" cy="2588112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lnSpc>
                <a:spcPct val="130000"/>
              </a:lnSpc>
              <a:defRPr/>
            </a:pPr>
            <a:r>
              <a:rPr>
                <a:latin typeface="Times New Roman"/>
                <a:ea typeface="Times New Roman"/>
                <a:cs typeface="Times New Roman"/>
              </a:rPr>
              <a:t>X = { Pn, Pp, Pa, Pd, Ps }, </a:t>
            </a:r>
            <a:endParaRPr>
              <a:latin typeface="Times New Roman"/>
              <a:cs typeface="Times New Roman"/>
            </a:endParaRPr>
          </a:p>
          <a:p>
            <a:pPr algn="l">
              <a:lnSpc>
                <a:spcPct val="130000"/>
              </a:lnSpc>
              <a:defRPr/>
            </a:pPr>
            <a:r>
              <a:rPr>
                <a:latin typeface="Times New Roman"/>
                <a:ea typeface="Times New Roman"/>
                <a:cs typeface="Times New Roman"/>
              </a:rPr>
              <a:t>где X – вектор входных параметров процесса;</a:t>
            </a:r>
            <a:endParaRPr>
              <a:latin typeface="Times New Roman"/>
              <a:cs typeface="Times New Roman"/>
            </a:endParaRPr>
          </a:p>
          <a:p>
            <a:pPr algn="l">
              <a:lnSpc>
                <a:spcPct val="130000"/>
              </a:lnSpc>
              <a:defRPr/>
            </a:pPr>
            <a:r>
              <a:rPr>
                <a:latin typeface="Times New Roman"/>
                <a:ea typeface="Times New Roman"/>
                <a:cs typeface="Times New Roman"/>
              </a:rPr>
              <a:t>Pn – название учебно-методического издания;</a:t>
            </a:r>
            <a:endParaRPr>
              <a:latin typeface="Times New Roman"/>
              <a:cs typeface="Times New Roman"/>
            </a:endParaRPr>
          </a:p>
          <a:p>
            <a:pPr algn="l">
              <a:lnSpc>
                <a:spcPct val="130000"/>
              </a:lnSpc>
              <a:defRPr/>
            </a:pPr>
            <a:r>
              <a:rPr>
                <a:latin typeface="Times New Roman"/>
                <a:ea typeface="Times New Roman"/>
                <a:cs typeface="Times New Roman"/>
              </a:rPr>
              <a:t>Pp – название издательства;</a:t>
            </a:r>
            <a:endParaRPr>
              <a:latin typeface="Times New Roman"/>
              <a:cs typeface="Times New Roman"/>
            </a:endParaRPr>
          </a:p>
          <a:p>
            <a:pPr algn="l">
              <a:lnSpc>
                <a:spcPct val="130000"/>
              </a:lnSpc>
              <a:defRPr/>
            </a:pPr>
            <a:r>
              <a:rPr>
                <a:latin typeface="Times New Roman"/>
                <a:ea typeface="Times New Roman"/>
                <a:cs typeface="Times New Roman"/>
              </a:rPr>
              <a:t>Pa – ФИО автора (авторов);</a:t>
            </a:r>
            <a:endParaRPr>
              <a:latin typeface="Times New Roman"/>
              <a:cs typeface="Times New Roman"/>
            </a:endParaRPr>
          </a:p>
          <a:p>
            <a:pPr algn="l">
              <a:lnSpc>
                <a:spcPct val="130000"/>
              </a:lnSpc>
              <a:defRPr/>
            </a:pPr>
            <a:r>
              <a:rPr>
                <a:latin typeface="Times New Roman"/>
                <a:ea typeface="Times New Roman"/>
                <a:cs typeface="Times New Roman"/>
              </a:rPr>
              <a:t>Pd – год выпуска;</a:t>
            </a:r>
            <a:endParaRPr>
              <a:latin typeface="Times New Roman"/>
              <a:cs typeface="Times New Roman"/>
            </a:endParaRPr>
          </a:p>
          <a:p>
            <a:pPr algn="l">
              <a:lnSpc>
                <a:spcPct val="130000"/>
              </a:lnSpc>
              <a:defRPr/>
            </a:pPr>
            <a:r>
              <a:rPr>
                <a:latin typeface="Times New Roman"/>
                <a:ea typeface="Times New Roman"/>
                <a:cs typeface="Times New Roman"/>
              </a:rPr>
              <a:t>Ps – ISBN.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1991180132" name=""/>
          <p:cNvSpPr txBox="1"/>
          <p:nvPr/>
        </p:nvSpPr>
        <p:spPr bwMode="auto">
          <a:xfrm rot="0" flipH="0" flipV="0">
            <a:off x="4982167" y="1187291"/>
            <a:ext cx="4429050" cy="3657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lnSpc>
                <a:spcPct val="130000"/>
              </a:lnSpc>
              <a:defRPr/>
            </a:pPr>
            <a:r>
              <a:rPr>
                <a:latin typeface="Times New Roman"/>
                <a:ea typeface="Times New Roman"/>
                <a:cs typeface="Times New Roman"/>
              </a:rPr>
              <a:t>U = { F, C }, F = { N, P, A, D, S },</a:t>
            </a:r>
            <a:endParaRPr>
              <a:latin typeface="Times New Roman"/>
              <a:cs typeface="Times New Roman"/>
            </a:endParaRPr>
          </a:p>
          <a:p>
            <a:pPr algn="l">
              <a:lnSpc>
                <a:spcPct val="130000"/>
              </a:lnSpc>
              <a:defRPr/>
            </a:pPr>
            <a:r>
              <a:rPr>
                <a:latin typeface="Times New Roman"/>
                <a:ea typeface="Times New Roman"/>
                <a:cs typeface="Times New Roman"/>
              </a:rPr>
              <a:t>где U – вектор варьируемых параметров процесса;</a:t>
            </a:r>
            <a:endParaRPr>
              <a:latin typeface="Times New Roman"/>
              <a:cs typeface="Times New Roman"/>
            </a:endParaRPr>
          </a:p>
          <a:p>
            <a:pPr algn="l">
              <a:lnSpc>
                <a:spcPct val="130000"/>
              </a:lnSpc>
              <a:defRPr/>
            </a:pPr>
            <a:r>
              <a:rPr>
                <a:latin typeface="Times New Roman"/>
                <a:ea typeface="Times New Roman"/>
                <a:cs typeface="Times New Roman"/>
              </a:rPr>
              <a:t>F – вектор параметров поиска;</a:t>
            </a:r>
            <a:endParaRPr>
              <a:latin typeface="Times New Roman"/>
              <a:cs typeface="Times New Roman"/>
            </a:endParaRPr>
          </a:p>
          <a:p>
            <a:pPr algn="l">
              <a:lnSpc>
                <a:spcPct val="130000"/>
              </a:lnSpc>
              <a:defRPr/>
            </a:pPr>
            <a:r>
              <a:rPr>
                <a:latin typeface="Times New Roman"/>
                <a:ea typeface="Times New Roman"/>
                <a:cs typeface="Times New Roman"/>
              </a:rPr>
              <a:t>С – ключевое слово;</a:t>
            </a:r>
            <a:endParaRPr>
              <a:latin typeface="Times New Roman"/>
              <a:cs typeface="Times New Roman"/>
            </a:endParaRPr>
          </a:p>
          <a:p>
            <a:pPr algn="l">
              <a:lnSpc>
                <a:spcPct val="130000"/>
              </a:lnSpc>
              <a:defRPr/>
            </a:pPr>
            <a:r>
              <a:rPr>
                <a:latin typeface="Times New Roman"/>
                <a:ea typeface="Times New Roman"/>
                <a:cs typeface="Times New Roman"/>
              </a:rPr>
              <a:t>N – название издания;</a:t>
            </a:r>
            <a:endParaRPr>
              <a:latin typeface="Times New Roman"/>
              <a:cs typeface="Times New Roman"/>
            </a:endParaRPr>
          </a:p>
          <a:p>
            <a:pPr algn="l">
              <a:lnSpc>
                <a:spcPct val="130000"/>
              </a:lnSpc>
              <a:defRPr/>
            </a:pPr>
            <a:r>
              <a:rPr>
                <a:latin typeface="Times New Roman"/>
                <a:ea typeface="Times New Roman"/>
                <a:cs typeface="Times New Roman"/>
              </a:rPr>
              <a:t>P – название издательства;</a:t>
            </a:r>
            <a:endParaRPr>
              <a:latin typeface="Times New Roman"/>
              <a:cs typeface="Times New Roman"/>
            </a:endParaRPr>
          </a:p>
          <a:p>
            <a:pPr algn="l">
              <a:lnSpc>
                <a:spcPct val="130000"/>
              </a:lnSpc>
              <a:defRPr/>
            </a:pPr>
            <a:r>
              <a:rPr>
                <a:latin typeface="Times New Roman"/>
                <a:ea typeface="Times New Roman"/>
                <a:cs typeface="Times New Roman"/>
              </a:rPr>
              <a:t>A – автор;</a:t>
            </a:r>
            <a:endParaRPr>
              <a:latin typeface="Times New Roman"/>
              <a:cs typeface="Times New Roman"/>
            </a:endParaRPr>
          </a:p>
          <a:p>
            <a:pPr algn="l">
              <a:lnSpc>
                <a:spcPct val="130000"/>
              </a:lnSpc>
              <a:defRPr/>
            </a:pPr>
            <a:r>
              <a:rPr>
                <a:latin typeface="Times New Roman"/>
                <a:ea typeface="Times New Roman"/>
                <a:cs typeface="Times New Roman"/>
              </a:rPr>
              <a:t>D – год выпуска;</a:t>
            </a:r>
            <a:endParaRPr>
              <a:latin typeface="Times New Roman"/>
              <a:cs typeface="Times New Roman"/>
            </a:endParaRPr>
          </a:p>
          <a:p>
            <a:pPr algn="l">
              <a:lnSpc>
                <a:spcPct val="130000"/>
              </a:lnSpc>
              <a:defRPr/>
            </a:pPr>
            <a:r>
              <a:rPr>
                <a:latin typeface="Times New Roman"/>
                <a:ea typeface="Times New Roman"/>
                <a:cs typeface="Times New Roman"/>
              </a:rPr>
              <a:t>S – ISBN издания.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1751211331" name=""/>
          <p:cNvSpPr txBox="1"/>
          <p:nvPr/>
        </p:nvSpPr>
        <p:spPr bwMode="auto">
          <a:xfrm rot="0" flipH="0" flipV="0">
            <a:off x="744721" y="3654659"/>
            <a:ext cx="3827637" cy="223149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lnSpc>
                <a:spcPct val="130000"/>
              </a:lnSpc>
              <a:defRPr/>
            </a:pPr>
            <a:r>
              <a:rPr>
                <a:latin typeface="Times New Roman"/>
                <a:ea typeface="Times New Roman"/>
                <a:cs typeface="Times New Roman"/>
              </a:rPr>
              <a:t>Y = F(X, U), Y = { I, K }, </a:t>
            </a:r>
            <a:endParaRPr>
              <a:latin typeface="Times New Roman"/>
              <a:cs typeface="Times New Roman"/>
            </a:endParaRPr>
          </a:p>
          <a:p>
            <a:pPr algn="l">
              <a:lnSpc>
                <a:spcPct val="130000"/>
              </a:lnSpc>
              <a:defRPr/>
            </a:pPr>
            <a:r>
              <a:rPr>
                <a:latin typeface="Times New Roman"/>
                <a:ea typeface="Times New Roman"/>
                <a:cs typeface="Times New Roman"/>
              </a:rPr>
              <a:t>где Y – вектор выходных параметров процесса;</a:t>
            </a:r>
            <a:endParaRPr>
              <a:latin typeface="Times New Roman"/>
              <a:cs typeface="Times New Roman"/>
            </a:endParaRPr>
          </a:p>
          <a:p>
            <a:pPr algn="l">
              <a:lnSpc>
                <a:spcPct val="130000"/>
              </a:lnSpc>
              <a:defRPr/>
            </a:pPr>
            <a:r>
              <a:rPr>
                <a:latin typeface="Times New Roman"/>
                <a:ea typeface="Times New Roman"/>
                <a:cs typeface="Times New Roman"/>
              </a:rPr>
              <a:t>I – библиографическое описание и метаданные найденных работ;</a:t>
            </a:r>
            <a:endParaRPr>
              <a:latin typeface="Times New Roman"/>
              <a:cs typeface="Times New Roman"/>
            </a:endParaRPr>
          </a:p>
          <a:p>
            <a:pPr algn="l">
              <a:lnSpc>
                <a:spcPct val="130000"/>
              </a:lnSpc>
              <a:defRPr/>
            </a:pPr>
            <a:r>
              <a:rPr>
                <a:latin typeface="Times New Roman"/>
                <a:ea typeface="Times New Roman"/>
                <a:cs typeface="Times New Roman"/>
              </a:rPr>
              <a:t>K – количество найденных работ.</a:t>
            </a:r>
            <a:endParaRPr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00197566" name="Picture 6" descr="Логотип_САПРиУ"/>
          <p:cNvPicPr>
            <a:picLocks noChangeAspect="1" noChangeArrowheads="1"/>
          </p:cNvPicPr>
          <p:nvPr/>
        </p:nvPicPr>
        <p:blipFill>
          <a:blip r:embed="rId3"/>
          <a:srcRect l="3600" t="10747" r="34196" b="37616"/>
          <a:stretch/>
        </p:blipFill>
        <p:spPr bwMode="auto">
          <a:xfrm>
            <a:off x="8532813" y="6348413"/>
            <a:ext cx="611187" cy="5095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9657705" name="Picture 6" descr="spbgti_logo.png"/>
          <p:cNvPicPr>
            <a:picLocks noChangeAspect="1" noChangeArrowheads="1"/>
          </p:cNvPicPr>
          <p:nvPr/>
        </p:nvPicPr>
        <p:blipFill>
          <a:blip r:embed="rId4"/>
          <a:stretch/>
        </p:blipFill>
        <p:spPr bwMode="auto">
          <a:xfrm>
            <a:off x="107949" y="6259513"/>
            <a:ext cx="422275" cy="554037"/>
          </a:xfrm>
          <a:prstGeom prst="rect">
            <a:avLst/>
          </a:prstGeom>
          <a:noFill/>
          <a:ln>
            <a:noFill/>
          </a:ln>
        </p:spPr>
      </p:pic>
      <p:sp>
        <p:nvSpPr>
          <p:cNvPr id="1168929643" name="Прямоугольник 2"/>
          <p:cNvSpPr>
            <a:spLocks noChangeArrowheads="1"/>
          </p:cNvSpPr>
          <p:nvPr/>
        </p:nvSpPr>
        <p:spPr bwMode="auto">
          <a:xfrm>
            <a:off x="-80739" y="150594"/>
            <a:ext cx="9199476" cy="82331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spcBef>
                <a:spcPts val="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Calibri"/>
              </a:defRPr>
            </a:lvl1pPr>
            <a:lvl2pPr marL="742950" indent="-285750">
              <a:spcBef>
                <a:spcPts val="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Calibri"/>
              </a:defRPr>
            </a:lvl2pPr>
            <a:lvl3pPr marL="1143000" indent="-228600">
              <a:spcBef>
                <a:spcPts val="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</a:defRPr>
            </a:lvl3pPr>
            <a:lvl4pPr marL="1600200" indent="-228600">
              <a:spcBef>
                <a:spcPts val="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Calibri"/>
              </a:defRPr>
            </a:lvl4pPr>
            <a:lvl5pPr marL="2057400" indent="-228600">
              <a:spcBef>
                <a:spcPts val="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9pPr>
          </a:lstStyle>
          <a:p>
            <a:pPr algn="ctr">
              <a:spcBef>
                <a:spcPts val="0"/>
              </a:spcBef>
              <a:buFontTx/>
              <a:buNone/>
              <a:defRPr/>
            </a:pPr>
            <a:r>
              <a:rPr lang="ru-RU" sz="2400" b="1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Постановка задачи обработки информации об учебно-методических изданиях кафедры САПРиУ</a:t>
            </a:r>
            <a:endParaRPr/>
          </a:p>
        </p:txBody>
      </p:sp>
      <p:sp>
        <p:nvSpPr>
          <p:cNvPr id="1934409364" name="Прямоугольник 12"/>
          <p:cNvSpPr>
            <a:spLocks noChangeArrowheads="1"/>
          </p:cNvSpPr>
          <p:nvPr/>
        </p:nvSpPr>
        <p:spPr bwMode="auto">
          <a:xfrm>
            <a:off x="179734" y="1622214"/>
            <a:ext cx="8784889" cy="237779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spcBef>
                <a:spcPts val="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Calibri"/>
              </a:defRPr>
            </a:lvl1pPr>
            <a:lvl2pPr marL="742950" indent="-285750">
              <a:spcBef>
                <a:spcPts val="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Calibri"/>
              </a:defRPr>
            </a:lvl2pPr>
            <a:lvl3pPr marL="1143000" indent="-228600">
              <a:spcBef>
                <a:spcPts val="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</a:defRPr>
            </a:lvl3pPr>
            <a:lvl4pPr marL="1600200" indent="-228600">
              <a:spcBef>
                <a:spcPts val="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Calibri"/>
              </a:defRPr>
            </a:lvl4pPr>
            <a:lvl5pPr marL="2057400" indent="-228600">
              <a:spcBef>
                <a:spcPts val="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9pPr>
          </a:lstStyle>
          <a:p>
            <a:pPr algn="just">
              <a:lnSpc>
                <a:spcPct val="150000"/>
              </a:lnSpc>
              <a:spcBef>
                <a:spcPts val="0"/>
              </a:spcBef>
              <a:buFontTx/>
              <a:buNone/>
              <a:defRPr/>
            </a:pPr>
            <a:r>
              <a:rPr lang="ru-RU" sz="20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На основе входных параметров X = { Pn, Pp, Pa, Pd, Ps } реляционной базы данных учебно-методических изданий кафедры САПРиУ, необходимо с использованием варьируемых параметров U = { F,  C } осуществить поиск и подбор учебно-методических изданий, а также сформировать удобный для пользователя результат Y = { I, K }.</a:t>
            </a:r>
            <a:endParaRPr lang="ru-RU" sz="2000">
              <a:latin typeface="Arial"/>
            </a:endParaRPr>
          </a:p>
        </p:txBody>
      </p:sp>
      <p:sp>
        <p:nvSpPr>
          <p:cNvPr id="2045565906" name="Rectangle 2"/>
          <p:cNvSpPr txBox="1">
            <a:spLocks noChangeArrowheads="1" noRot="1"/>
          </p:cNvSpPr>
          <p:nvPr/>
        </p:nvSpPr>
        <p:spPr bwMode="auto">
          <a:xfrm>
            <a:off x="468312" y="6259512"/>
            <a:ext cx="8064499" cy="404811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spcBef>
                <a:spcPts val="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Calibri"/>
              </a:defRPr>
            </a:lvl1pPr>
            <a:lvl2pPr marL="742950" indent="-285750">
              <a:spcBef>
                <a:spcPts val="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Calibri"/>
              </a:defRPr>
            </a:lvl2pPr>
            <a:lvl3pPr marL="1143000" indent="-228600">
              <a:spcBef>
                <a:spcPts val="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</a:defRPr>
            </a:lvl3pPr>
            <a:lvl4pPr marL="1600200" indent="-228600">
              <a:spcBef>
                <a:spcPts val="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Calibri"/>
              </a:defRPr>
            </a:lvl4pPr>
            <a:lvl5pPr marL="2057400" indent="-228600">
              <a:spcBef>
                <a:spcPts val="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5pPr>
            <a:lvl6pPr marL="2514599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9pPr>
          </a:lstStyle>
          <a:p>
            <a:pPr algn="ctr">
              <a:lnSpc>
                <a:spcPct val="150000"/>
              </a:lnSpc>
              <a:spcBef>
                <a:spcPts val="0"/>
              </a:spcBef>
              <a:buFontTx/>
              <a:buNone/>
              <a:defRPr/>
            </a:pPr>
            <a:r>
              <a:rPr lang="ru-RU" sz="1800" b="1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Разработка информационно-поисковой системы для выбора учебно-методических изданий кафедры САПРиУ</a:t>
            </a:r>
            <a:endParaRPr/>
          </a:p>
        </p:txBody>
      </p:sp>
      <p:sp>
        <p:nvSpPr>
          <p:cNvPr id="839487203" name="Rectangle 2"/>
          <p:cNvSpPr txBox="1">
            <a:spLocks noChangeArrowheads="1" noRot="1"/>
          </p:cNvSpPr>
          <p:nvPr/>
        </p:nvSpPr>
        <p:spPr bwMode="auto">
          <a:xfrm flipH="0" flipV="0">
            <a:off x="924390" y="6453185"/>
            <a:ext cx="965606" cy="404811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spcBef>
                <a:spcPts val="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Calibri"/>
              </a:defRPr>
            </a:lvl1pPr>
            <a:lvl2pPr marL="742950" indent="-285750">
              <a:spcBef>
                <a:spcPts val="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Calibri"/>
              </a:defRPr>
            </a:lvl2pPr>
            <a:lvl3pPr marL="1143000" indent="-228600">
              <a:spcBef>
                <a:spcPts val="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</a:defRPr>
            </a:lvl3pPr>
            <a:lvl4pPr marL="1600200" indent="-228600">
              <a:spcBef>
                <a:spcPts val="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Calibri"/>
              </a:defRPr>
            </a:lvl4pPr>
            <a:lvl5pPr marL="2057400" indent="-228600">
              <a:spcBef>
                <a:spcPts val="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5pPr>
            <a:lvl6pPr marL="2514599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9pPr>
          </a:lstStyle>
          <a:p>
            <a:pPr algn="ctr">
              <a:spcBef>
                <a:spcPts val="0"/>
              </a:spcBef>
              <a:buFontTx/>
              <a:buNone/>
              <a:defRPr/>
            </a:pPr>
            <a:r>
              <a:rPr lang="en-US" sz="1800" b="1">
                <a:latin typeface="Times New Roman"/>
                <a:cs typeface="Times New Roman"/>
              </a:rPr>
              <a:t>7</a:t>
            </a:r>
            <a:r>
              <a:rPr lang="ru-RU" sz="1800" b="1">
                <a:latin typeface="Times New Roman"/>
                <a:cs typeface="Times New Roman"/>
              </a:rPr>
              <a:t> / 25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99101119" name="Picture 6" descr="Логотип_САПРиУ"/>
          <p:cNvPicPr>
            <a:picLocks noChangeAspect="1" noChangeArrowheads="1"/>
          </p:cNvPicPr>
          <p:nvPr/>
        </p:nvPicPr>
        <p:blipFill>
          <a:blip r:embed="rId3"/>
          <a:srcRect l="3600" t="10747" r="34196" b="37616"/>
          <a:stretch/>
        </p:blipFill>
        <p:spPr bwMode="auto">
          <a:xfrm>
            <a:off x="8532813" y="6348413"/>
            <a:ext cx="611187" cy="5095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2315676" name="Picture 6" descr="spbgti_logo.png"/>
          <p:cNvPicPr>
            <a:picLocks noChangeAspect="1" noChangeArrowheads="1"/>
          </p:cNvPicPr>
          <p:nvPr/>
        </p:nvPicPr>
        <p:blipFill>
          <a:blip r:embed="rId4"/>
          <a:stretch/>
        </p:blipFill>
        <p:spPr bwMode="auto">
          <a:xfrm>
            <a:off x="107949" y="6259513"/>
            <a:ext cx="422275" cy="554037"/>
          </a:xfrm>
          <a:prstGeom prst="rect">
            <a:avLst/>
          </a:prstGeom>
          <a:noFill/>
          <a:ln>
            <a:noFill/>
          </a:ln>
        </p:spPr>
      </p:pic>
      <p:sp>
        <p:nvSpPr>
          <p:cNvPr id="418839066" name="Прямоугольник 2"/>
          <p:cNvSpPr>
            <a:spLocks noChangeArrowheads="1"/>
          </p:cNvSpPr>
          <p:nvPr/>
        </p:nvSpPr>
        <p:spPr bwMode="auto">
          <a:xfrm>
            <a:off x="22224" y="1420"/>
            <a:ext cx="9003284" cy="701399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ts val="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Calibri"/>
              </a:defRPr>
            </a:lvl1pPr>
            <a:lvl2pPr marL="742950" indent="-285750">
              <a:spcBef>
                <a:spcPts val="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Calibri"/>
              </a:defRPr>
            </a:lvl2pPr>
            <a:lvl3pPr marL="1143000" indent="-228600">
              <a:spcBef>
                <a:spcPts val="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</a:defRPr>
            </a:lvl3pPr>
            <a:lvl4pPr marL="1600200" indent="-228600">
              <a:spcBef>
                <a:spcPts val="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Calibri"/>
              </a:defRPr>
            </a:lvl4pPr>
            <a:lvl5pPr marL="2057400" indent="-228600">
              <a:spcBef>
                <a:spcPts val="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9pPr>
          </a:lstStyle>
          <a:p>
            <a:pPr algn="ctr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SzPts val="1400"/>
              <a:buFont typeface="Arial"/>
              <a:buNone/>
              <a:defRPr/>
            </a:pPr>
            <a:r>
              <a:rPr lang="ru-RU" sz="2000" b="1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Разработка функциональной структуры цифровой библиотеки учебно-методических изданий кафедры САПРиУ</a:t>
            </a:r>
            <a:endParaRPr lang="ru-RU" sz="2200" b="1">
              <a:latin typeface="Cambria"/>
              <a:ea typeface="Times New Roman"/>
            </a:endParaRPr>
          </a:p>
        </p:txBody>
      </p:sp>
      <p:sp>
        <p:nvSpPr>
          <p:cNvPr id="837471796" name="Прямоугольник 1"/>
          <p:cNvSpPr>
            <a:spLocks noChangeArrowheads="1"/>
          </p:cNvSpPr>
          <p:nvPr/>
        </p:nvSpPr>
        <p:spPr bwMode="auto">
          <a:xfrm>
            <a:off x="73025" y="765175"/>
            <a:ext cx="8891588" cy="3762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indent="449263">
              <a:spcBef>
                <a:spcPts val="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Calibri"/>
              </a:defRPr>
            </a:lvl1pPr>
            <a:lvl2pPr marL="742950" indent="-285750">
              <a:spcBef>
                <a:spcPts val="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Calibri"/>
              </a:defRPr>
            </a:lvl2pPr>
            <a:lvl3pPr marL="1143000" indent="-228600">
              <a:spcBef>
                <a:spcPts val="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</a:defRPr>
            </a:lvl3pPr>
            <a:lvl4pPr marL="1600200" indent="-228600">
              <a:spcBef>
                <a:spcPts val="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Calibri"/>
              </a:defRPr>
            </a:lvl4pPr>
            <a:lvl5pPr marL="2057400" indent="-228600">
              <a:spcBef>
                <a:spcPts val="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9pPr>
          </a:lstStyle>
          <a:p>
            <a:pPr algn="just">
              <a:lnSpc>
                <a:spcPct val="150000"/>
              </a:lnSpc>
              <a:spcBef>
                <a:spcPts val="0"/>
              </a:spcBef>
              <a:buFontTx/>
              <a:buNone/>
              <a:defRPr/>
            </a:pPr>
            <a:endParaRPr lang="ru-RU" sz="140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1862690166" name="Rectangle 2"/>
          <p:cNvSpPr txBox="1">
            <a:spLocks noChangeArrowheads="1" noRot="1"/>
          </p:cNvSpPr>
          <p:nvPr/>
        </p:nvSpPr>
        <p:spPr bwMode="auto">
          <a:xfrm>
            <a:off x="468312" y="6259512"/>
            <a:ext cx="8064499" cy="404811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spcBef>
                <a:spcPts val="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Calibri"/>
              </a:defRPr>
            </a:lvl1pPr>
            <a:lvl2pPr marL="742950" indent="-285750">
              <a:spcBef>
                <a:spcPts val="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Calibri"/>
              </a:defRPr>
            </a:lvl2pPr>
            <a:lvl3pPr marL="1143000" indent="-228600">
              <a:spcBef>
                <a:spcPts val="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</a:defRPr>
            </a:lvl3pPr>
            <a:lvl4pPr marL="1600200" indent="-228600">
              <a:spcBef>
                <a:spcPts val="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Calibri"/>
              </a:defRPr>
            </a:lvl4pPr>
            <a:lvl5pPr marL="2057400" indent="-228600">
              <a:spcBef>
                <a:spcPts val="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5pPr>
            <a:lvl6pPr marL="2514599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9pPr>
          </a:lstStyle>
          <a:p>
            <a:pPr algn="ctr">
              <a:lnSpc>
                <a:spcPct val="150000"/>
              </a:lnSpc>
              <a:spcBef>
                <a:spcPts val="0"/>
              </a:spcBef>
              <a:buFontTx/>
              <a:buNone/>
              <a:defRPr/>
            </a:pPr>
            <a:r>
              <a:rPr lang="ru-RU" sz="1800" b="1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Разработка информационно-поисковой системы для выбора учебно-методических изданий кафедры САПРиУ</a:t>
            </a:r>
            <a:endParaRPr/>
          </a:p>
        </p:txBody>
      </p:sp>
      <p:sp>
        <p:nvSpPr>
          <p:cNvPr id="1142625644" name="Rectangle 2"/>
          <p:cNvSpPr txBox="1">
            <a:spLocks noChangeArrowheads="1" noRot="1"/>
          </p:cNvSpPr>
          <p:nvPr/>
        </p:nvSpPr>
        <p:spPr bwMode="auto">
          <a:xfrm flipH="0" flipV="0">
            <a:off x="924390" y="6453185"/>
            <a:ext cx="965606" cy="404811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spcBef>
                <a:spcPts val="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Calibri"/>
              </a:defRPr>
            </a:lvl1pPr>
            <a:lvl2pPr marL="742950" indent="-285750">
              <a:spcBef>
                <a:spcPts val="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Calibri"/>
              </a:defRPr>
            </a:lvl2pPr>
            <a:lvl3pPr marL="1143000" indent="-228600">
              <a:spcBef>
                <a:spcPts val="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</a:defRPr>
            </a:lvl3pPr>
            <a:lvl4pPr marL="1600200" indent="-228600">
              <a:spcBef>
                <a:spcPts val="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Calibri"/>
              </a:defRPr>
            </a:lvl4pPr>
            <a:lvl5pPr marL="2057400" indent="-228600">
              <a:spcBef>
                <a:spcPts val="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5pPr>
            <a:lvl6pPr marL="2514599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9pPr>
          </a:lstStyle>
          <a:p>
            <a:pPr algn="ctr">
              <a:spcBef>
                <a:spcPts val="0"/>
              </a:spcBef>
              <a:buFontTx/>
              <a:buNone/>
              <a:defRPr/>
            </a:pPr>
            <a:r>
              <a:rPr lang="en-US" sz="1800" b="1">
                <a:latin typeface="Times New Roman"/>
                <a:cs typeface="Times New Roman"/>
              </a:rPr>
              <a:t>8</a:t>
            </a:r>
            <a:r>
              <a:rPr lang="ru-RU" sz="1800" b="1">
                <a:latin typeface="Times New Roman"/>
                <a:cs typeface="Times New Roman"/>
              </a:rPr>
              <a:t> / 25</a:t>
            </a:r>
            <a:endParaRPr/>
          </a:p>
        </p:txBody>
      </p:sp>
      <p:pic>
        <p:nvPicPr>
          <p:cNvPr id="1171675973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1166811" y="560503"/>
            <a:ext cx="6667499" cy="55562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39361121" name="Picture 6" descr="Логотип_САПРиУ"/>
          <p:cNvPicPr>
            <a:picLocks noChangeAspect="1" noChangeArrowheads="1"/>
          </p:cNvPicPr>
          <p:nvPr/>
        </p:nvPicPr>
        <p:blipFill>
          <a:blip r:embed="rId3"/>
          <a:srcRect l="3600" t="10747" r="34196" b="37616"/>
          <a:stretch/>
        </p:blipFill>
        <p:spPr bwMode="auto">
          <a:xfrm>
            <a:off x="8532813" y="6348413"/>
            <a:ext cx="611187" cy="509587"/>
          </a:xfrm>
          <a:prstGeom prst="rect">
            <a:avLst/>
          </a:prstGeom>
          <a:noFill/>
          <a:ln>
            <a:noFill/>
          </a:ln>
        </p:spPr>
      </p:pic>
      <p:pic>
        <p:nvPicPr>
          <p:cNvPr id="863845692" name="Picture 6" descr="spbgti_logo.png"/>
          <p:cNvPicPr>
            <a:picLocks noChangeAspect="1" noChangeArrowheads="1"/>
          </p:cNvPicPr>
          <p:nvPr/>
        </p:nvPicPr>
        <p:blipFill>
          <a:blip r:embed="rId4"/>
          <a:stretch/>
        </p:blipFill>
        <p:spPr bwMode="auto">
          <a:xfrm>
            <a:off x="107949" y="6259513"/>
            <a:ext cx="422275" cy="554037"/>
          </a:xfrm>
          <a:prstGeom prst="rect">
            <a:avLst/>
          </a:prstGeom>
          <a:noFill/>
          <a:ln>
            <a:noFill/>
          </a:ln>
        </p:spPr>
      </p:pic>
      <p:sp>
        <p:nvSpPr>
          <p:cNvPr id="1124007607" name="Прямоугольник 2"/>
          <p:cNvSpPr>
            <a:spLocks noChangeArrowheads="1"/>
          </p:cNvSpPr>
          <p:nvPr/>
        </p:nvSpPr>
        <p:spPr bwMode="auto">
          <a:xfrm>
            <a:off x="179386" y="66132"/>
            <a:ext cx="9128844" cy="59472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ts val="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Calibri"/>
              </a:defRPr>
            </a:lvl1pPr>
            <a:lvl2pPr marL="742950" indent="-285750">
              <a:spcBef>
                <a:spcPts val="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Calibri"/>
              </a:defRPr>
            </a:lvl2pPr>
            <a:lvl3pPr marL="1143000" indent="-228600">
              <a:spcBef>
                <a:spcPts val="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</a:defRPr>
            </a:lvl3pPr>
            <a:lvl4pPr marL="1600200" indent="-228600">
              <a:spcBef>
                <a:spcPts val="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Calibri"/>
              </a:defRPr>
            </a:lvl4pPr>
            <a:lvl5pPr marL="2057400" indent="-228600">
              <a:spcBef>
                <a:spcPts val="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9pPr>
          </a:lstStyle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/>
            </a:pPr>
            <a:r>
              <a:rPr lang="ru-RU" sz="2200" b="1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Разработка концептуальной модели базы данных</a:t>
            </a:r>
            <a:endParaRPr lang="ru-RU" sz="2600" b="1">
              <a:latin typeface="Cambria"/>
              <a:ea typeface="Times New Roman"/>
            </a:endParaRPr>
          </a:p>
        </p:txBody>
      </p:sp>
      <p:sp>
        <p:nvSpPr>
          <p:cNvPr id="1320772420" name="Прямоугольник 1"/>
          <p:cNvSpPr>
            <a:spLocks noChangeArrowheads="1"/>
          </p:cNvSpPr>
          <p:nvPr/>
        </p:nvSpPr>
        <p:spPr bwMode="auto">
          <a:xfrm>
            <a:off x="73025" y="765175"/>
            <a:ext cx="8891588" cy="3762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indent="449263">
              <a:spcBef>
                <a:spcPts val="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Calibri"/>
              </a:defRPr>
            </a:lvl1pPr>
            <a:lvl2pPr marL="742950" indent="-285750">
              <a:spcBef>
                <a:spcPts val="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Calibri"/>
              </a:defRPr>
            </a:lvl2pPr>
            <a:lvl3pPr marL="1143000" indent="-228600">
              <a:spcBef>
                <a:spcPts val="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</a:defRPr>
            </a:lvl3pPr>
            <a:lvl4pPr marL="1600200" indent="-228600">
              <a:spcBef>
                <a:spcPts val="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Calibri"/>
              </a:defRPr>
            </a:lvl4pPr>
            <a:lvl5pPr marL="2057400" indent="-228600">
              <a:spcBef>
                <a:spcPts val="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9pPr>
          </a:lstStyle>
          <a:p>
            <a:pPr algn="just">
              <a:lnSpc>
                <a:spcPct val="150000"/>
              </a:lnSpc>
              <a:spcBef>
                <a:spcPts val="0"/>
              </a:spcBef>
              <a:buFontTx/>
              <a:buNone/>
              <a:defRPr/>
            </a:pPr>
            <a:endParaRPr lang="ru-RU" sz="140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515077082" name="Rectangle 2"/>
          <p:cNvSpPr txBox="1">
            <a:spLocks noChangeArrowheads="1" noRot="1"/>
          </p:cNvSpPr>
          <p:nvPr/>
        </p:nvSpPr>
        <p:spPr bwMode="auto">
          <a:xfrm>
            <a:off x="468312" y="6259512"/>
            <a:ext cx="8064499" cy="404811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spcBef>
                <a:spcPts val="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Calibri"/>
              </a:defRPr>
            </a:lvl1pPr>
            <a:lvl2pPr marL="742950" indent="-285750">
              <a:spcBef>
                <a:spcPts val="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Calibri"/>
              </a:defRPr>
            </a:lvl2pPr>
            <a:lvl3pPr marL="1143000" indent="-228600">
              <a:spcBef>
                <a:spcPts val="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</a:defRPr>
            </a:lvl3pPr>
            <a:lvl4pPr marL="1600200" indent="-228600">
              <a:spcBef>
                <a:spcPts val="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Calibri"/>
              </a:defRPr>
            </a:lvl4pPr>
            <a:lvl5pPr marL="2057400" indent="-228600">
              <a:spcBef>
                <a:spcPts val="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5pPr>
            <a:lvl6pPr marL="2514599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9pPr>
          </a:lstStyle>
          <a:p>
            <a:pPr algn="ctr">
              <a:lnSpc>
                <a:spcPct val="150000"/>
              </a:lnSpc>
              <a:spcBef>
                <a:spcPts val="0"/>
              </a:spcBef>
              <a:buFontTx/>
              <a:buNone/>
              <a:defRPr/>
            </a:pPr>
            <a:r>
              <a:rPr lang="ru-RU" sz="1800" b="1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Разработка информационно-поисковой системы для выбора учебно-методических изданий кафедры САПРиУ</a:t>
            </a:r>
            <a:endParaRPr/>
          </a:p>
        </p:txBody>
      </p:sp>
      <p:sp>
        <p:nvSpPr>
          <p:cNvPr id="418118119" name="Rectangle 2"/>
          <p:cNvSpPr txBox="1">
            <a:spLocks noChangeArrowheads="1" noRot="1"/>
          </p:cNvSpPr>
          <p:nvPr/>
        </p:nvSpPr>
        <p:spPr bwMode="auto">
          <a:xfrm flipH="0" flipV="0">
            <a:off x="924390" y="6453185"/>
            <a:ext cx="965606" cy="404811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spcBef>
                <a:spcPts val="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Calibri"/>
              </a:defRPr>
            </a:lvl1pPr>
            <a:lvl2pPr marL="742950" indent="-285750">
              <a:spcBef>
                <a:spcPts val="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Calibri"/>
              </a:defRPr>
            </a:lvl2pPr>
            <a:lvl3pPr marL="1143000" indent="-228600">
              <a:spcBef>
                <a:spcPts val="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</a:defRPr>
            </a:lvl3pPr>
            <a:lvl4pPr marL="1600200" indent="-228600">
              <a:spcBef>
                <a:spcPts val="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Calibri"/>
              </a:defRPr>
            </a:lvl4pPr>
            <a:lvl5pPr marL="2057400" indent="-228600">
              <a:spcBef>
                <a:spcPts val="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5pPr>
            <a:lvl6pPr marL="2514599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9pPr>
          </a:lstStyle>
          <a:p>
            <a:pPr algn="ctr">
              <a:spcBef>
                <a:spcPts val="0"/>
              </a:spcBef>
              <a:buFontTx/>
              <a:buNone/>
              <a:defRPr/>
            </a:pPr>
            <a:r>
              <a:rPr lang="en-US" sz="1800" b="1">
                <a:latin typeface="Times New Roman"/>
                <a:cs typeface="Times New Roman"/>
              </a:rPr>
              <a:t>9</a:t>
            </a:r>
            <a:r>
              <a:rPr lang="ru-RU" sz="1800" b="1">
                <a:latin typeface="Times New Roman"/>
                <a:cs typeface="Times New Roman"/>
              </a:rPr>
              <a:t> / 25</a:t>
            </a:r>
            <a:endParaRPr/>
          </a:p>
        </p:txBody>
      </p:sp>
      <p:pic>
        <p:nvPicPr>
          <p:cNvPr id="1463112419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rot="0" flipH="0" flipV="0">
            <a:off x="69256" y="1219868"/>
            <a:ext cx="9005487" cy="34403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71783860" name="Picture 6" descr="Логотип_САПРиУ"/>
          <p:cNvPicPr>
            <a:picLocks noChangeAspect="1" noChangeArrowheads="1"/>
          </p:cNvPicPr>
          <p:nvPr/>
        </p:nvPicPr>
        <p:blipFill>
          <a:blip r:embed="rId3"/>
          <a:srcRect l="3600" t="10747" r="34196" b="37616"/>
          <a:stretch/>
        </p:blipFill>
        <p:spPr bwMode="auto">
          <a:xfrm>
            <a:off x="8532813" y="6348413"/>
            <a:ext cx="611187" cy="5095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8406868" name="Picture 6" descr="spbgti_logo.png"/>
          <p:cNvPicPr>
            <a:picLocks noChangeAspect="1" noChangeArrowheads="1"/>
          </p:cNvPicPr>
          <p:nvPr/>
        </p:nvPicPr>
        <p:blipFill>
          <a:blip r:embed="rId4"/>
          <a:stretch/>
        </p:blipFill>
        <p:spPr bwMode="auto">
          <a:xfrm>
            <a:off x="107949" y="6259513"/>
            <a:ext cx="422275" cy="554037"/>
          </a:xfrm>
          <a:prstGeom prst="rect">
            <a:avLst/>
          </a:prstGeom>
          <a:noFill/>
          <a:ln>
            <a:noFill/>
          </a:ln>
        </p:spPr>
      </p:pic>
      <p:sp>
        <p:nvSpPr>
          <p:cNvPr id="236665797" name="Прямоугольник 2"/>
          <p:cNvSpPr>
            <a:spLocks noChangeArrowheads="1"/>
          </p:cNvSpPr>
          <p:nvPr/>
        </p:nvSpPr>
        <p:spPr bwMode="auto">
          <a:xfrm>
            <a:off x="7757" y="-9832"/>
            <a:ext cx="9128484" cy="1006199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ts val="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Calibri"/>
              </a:defRPr>
            </a:lvl1pPr>
            <a:lvl2pPr marL="742950" indent="-285750">
              <a:spcBef>
                <a:spcPts val="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Calibri"/>
              </a:defRPr>
            </a:lvl2pPr>
            <a:lvl3pPr marL="1143000" indent="-228600">
              <a:spcBef>
                <a:spcPts val="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</a:defRPr>
            </a:lvl3pPr>
            <a:lvl4pPr marL="1600200" indent="-228600">
              <a:spcBef>
                <a:spcPts val="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Calibri"/>
              </a:defRPr>
            </a:lvl4pPr>
            <a:lvl5pPr marL="2057400" indent="-228600">
              <a:spcBef>
                <a:spcPts val="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9pPr>
          </a:lstStyle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/>
            </a:pPr>
            <a:r>
              <a:rPr lang="ru-RU" sz="2000" b="1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Разработка структуры цифровой библиотеки учебно-методических изданий кафедры САПРиУ</a:t>
            </a:r>
            <a:endParaRPr lang="ru-RU" sz="2400" b="1">
              <a:latin typeface="Cambria"/>
              <a:ea typeface="Times New Roman"/>
            </a:endParaRPr>
          </a:p>
        </p:txBody>
      </p:sp>
      <p:sp>
        <p:nvSpPr>
          <p:cNvPr id="626439392" name="Прямоугольник 1"/>
          <p:cNvSpPr>
            <a:spLocks noChangeArrowheads="1"/>
          </p:cNvSpPr>
          <p:nvPr/>
        </p:nvSpPr>
        <p:spPr bwMode="auto">
          <a:xfrm>
            <a:off x="73025" y="765175"/>
            <a:ext cx="8891588" cy="3762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indent="449263">
              <a:spcBef>
                <a:spcPts val="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Calibri"/>
              </a:defRPr>
            </a:lvl1pPr>
            <a:lvl2pPr marL="742950" indent="-285750">
              <a:spcBef>
                <a:spcPts val="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Calibri"/>
              </a:defRPr>
            </a:lvl2pPr>
            <a:lvl3pPr marL="1143000" indent="-228600">
              <a:spcBef>
                <a:spcPts val="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</a:defRPr>
            </a:lvl3pPr>
            <a:lvl4pPr marL="1600200" indent="-228600">
              <a:spcBef>
                <a:spcPts val="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Calibri"/>
              </a:defRPr>
            </a:lvl4pPr>
            <a:lvl5pPr marL="2057400" indent="-228600">
              <a:spcBef>
                <a:spcPts val="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9pPr>
          </a:lstStyle>
          <a:p>
            <a:pPr algn="just">
              <a:lnSpc>
                <a:spcPct val="150000"/>
              </a:lnSpc>
              <a:spcBef>
                <a:spcPts val="0"/>
              </a:spcBef>
              <a:buFontTx/>
              <a:buNone/>
              <a:defRPr/>
            </a:pPr>
            <a:endParaRPr lang="ru-RU" sz="140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187470201" name="Прямоугольник 1"/>
          <p:cNvSpPr>
            <a:spLocks noChangeArrowheads="1"/>
          </p:cNvSpPr>
          <p:nvPr/>
        </p:nvSpPr>
        <p:spPr bwMode="auto">
          <a:xfrm flipH="0" flipV="0">
            <a:off x="7757" y="845971"/>
            <a:ext cx="9131004" cy="1676759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/>
                <a:cs typeface="Arial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/>
                <a:cs typeface="Arial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/>
                <a:cs typeface="Arial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/>
                <a:cs typeface="Arial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/>
                <a:cs typeface="Arial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  <a:cs typeface="Arial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  <a:cs typeface="Arial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  <a:cs typeface="Arial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  <a:cs typeface="Arial"/>
              </a:defRPr>
            </a:lvl9pPr>
          </a:lstStyle>
          <a:p>
            <a:pPr algn="just">
              <a:lnSpc>
                <a:spcPct val="130000"/>
              </a:lnSpc>
              <a:defRPr/>
            </a:pPr>
            <a:r>
              <a:rPr lang="ru-RU" sz="20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Для обеспечения гибкости и расширяемости, а также удобства управления данными в рамках разрабатываемой системы была спроектирована структура информационно-поисковой системы учебно-методических изданий кафедры САПРиУ. </a:t>
            </a:r>
            <a:endParaRPr/>
          </a:p>
        </p:txBody>
      </p:sp>
      <p:sp>
        <p:nvSpPr>
          <p:cNvPr id="510207291" name="Rectangle 2"/>
          <p:cNvSpPr txBox="1">
            <a:spLocks noChangeArrowheads="1" noRot="1"/>
          </p:cNvSpPr>
          <p:nvPr/>
        </p:nvSpPr>
        <p:spPr bwMode="auto">
          <a:xfrm>
            <a:off x="468312" y="6259512"/>
            <a:ext cx="8064499" cy="404811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spcBef>
                <a:spcPts val="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Calibri"/>
              </a:defRPr>
            </a:lvl1pPr>
            <a:lvl2pPr marL="742950" indent="-285750">
              <a:spcBef>
                <a:spcPts val="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Calibri"/>
              </a:defRPr>
            </a:lvl2pPr>
            <a:lvl3pPr marL="1143000" indent="-228600">
              <a:spcBef>
                <a:spcPts val="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</a:defRPr>
            </a:lvl3pPr>
            <a:lvl4pPr marL="1600200" indent="-228600">
              <a:spcBef>
                <a:spcPts val="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Calibri"/>
              </a:defRPr>
            </a:lvl4pPr>
            <a:lvl5pPr marL="2057400" indent="-228600">
              <a:spcBef>
                <a:spcPts val="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5pPr>
            <a:lvl6pPr marL="2514599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9pPr>
          </a:lstStyle>
          <a:p>
            <a:pPr algn="ctr">
              <a:lnSpc>
                <a:spcPct val="150000"/>
              </a:lnSpc>
              <a:spcBef>
                <a:spcPts val="0"/>
              </a:spcBef>
              <a:buFontTx/>
              <a:buNone/>
              <a:defRPr/>
            </a:pPr>
            <a:r>
              <a:rPr lang="ru-RU" sz="1800" b="1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Разработка информационно-поисковой системы для выбора учебно-методических изданий кафедры САПРиУ</a:t>
            </a:r>
            <a:endParaRPr/>
          </a:p>
        </p:txBody>
      </p:sp>
      <p:sp>
        <p:nvSpPr>
          <p:cNvPr id="1748124485" name="Rectangle 2"/>
          <p:cNvSpPr txBox="1">
            <a:spLocks noChangeArrowheads="1" noRot="1"/>
          </p:cNvSpPr>
          <p:nvPr/>
        </p:nvSpPr>
        <p:spPr bwMode="auto">
          <a:xfrm flipH="0" flipV="0">
            <a:off x="924390" y="6453185"/>
            <a:ext cx="965606" cy="404811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spcBef>
                <a:spcPts val="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Calibri"/>
              </a:defRPr>
            </a:lvl1pPr>
            <a:lvl2pPr marL="742950" indent="-285750">
              <a:spcBef>
                <a:spcPts val="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Calibri"/>
              </a:defRPr>
            </a:lvl2pPr>
            <a:lvl3pPr marL="1143000" indent="-228600">
              <a:spcBef>
                <a:spcPts val="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</a:defRPr>
            </a:lvl3pPr>
            <a:lvl4pPr marL="1600200" indent="-228600">
              <a:spcBef>
                <a:spcPts val="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Calibri"/>
              </a:defRPr>
            </a:lvl4pPr>
            <a:lvl5pPr marL="2057400" indent="-228600">
              <a:spcBef>
                <a:spcPts val="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5pPr>
            <a:lvl6pPr marL="2514599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9pPr>
          </a:lstStyle>
          <a:p>
            <a:pPr algn="ctr">
              <a:spcBef>
                <a:spcPts val="0"/>
              </a:spcBef>
              <a:buFontTx/>
              <a:buNone/>
              <a:defRPr/>
            </a:pPr>
            <a:r>
              <a:rPr lang="en-US" sz="1800" b="1">
                <a:latin typeface="Times New Roman"/>
                <a:cs typeface="Times New Roman"/>
              </a:rPr>
              <a:t>10</a:t>
            </a:r>
            <a:r>
              <a:rPr lang="ru-RU" sz="1800" b="1">
                <a:latin typeface="Times New Roman"/>
                <a:cs typeface="Times New Roman"/>
              </a:rPr>
              <a:t> / 25</a:t>
            </a:r>
            <a:endParaRPr/>
          </a:p>
        </p:txBody>
      </p:sp>
      <p:graphicFrame>
        <p:nvGraphicFramePr>
          <p:cNvPr id="998935319" name=""/>
          <p:cNvGraphicFramePr>
            <a:graphicFrameLocks xmlns:a="http://schemas.openxmlformats.org/drawingml/2006/main"/>
          </p:cNvGraphicFramePr>
          <p:nvPr/>
        </p:nvGraphicFramePr>
        <p:xfrm>
          <a:off x="924390" y="2522732"/>
          <a:ext cx="7592802" cy="3271809"/>
        </p:xfrm>
        <a:graphic>
          <a:graphicData uri="http://schemas.openxmlformats.org/drawingml/2006/table">
            <a:tbl>
              <a:tblPr firstRow="1" firstCol="1" lastRow="0" lastCol="0" bandRow="1" bandCol="0">
                <a:tableStyleId>{5940675A-B579-460E-94D1-54222C63F5DA}</a:tableStyleId>
              </a:tblPr>
              <a:tblGrid>
                <a:gridCol w="3790050"/>
                <a:gridCol w="3790050"/>
              </a:tblGrid>
              <a:tr h="463423">
                <a:tc>
                  <a:txBody>
                    <a:bodyPr/>
                    <a:p>
                      <a:pPr algn="just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ru-RU" sz="1600">
                          <a:latin typeface="Times New Roman"/>
                          <a:ea typeface="Times New Roman"/>
                          <a:cs typeface="Times New Roman"/>
                        </a:rPr>
                        <a:t>Наименование модуля 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just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ru-RU" sz="1600">
                          <a:latin typeface="Times New Roman"/>
                          <a:ea typeface="Times New Roman"/>
                          <a:cs typeface="Times New Roman"/>
                        </a:rPr>
                        <a:t>Описание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vert="horz"/>
                </a:tc>
              </a:tr>
              <a:tr h="636948">
                <a:tc>
                  <a:txBody>
                    <a:bodyPr/>
                    <a:p>
                      <a:pPr algn="just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ru-RU" sz="1600" b="0">
                          <a:latin typeface="Times New Roman"/>
                          <a:ea typeface="Times New Roman"/>
                          <a:cs typeface="Times New Roman"/>
                        </a:rPr>
                        <a:t>Модуль хранения метаданных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just">
                        <a:defRPr/>
                      </a:pPr>
                      <a:r>
                        <a:rPr sz="1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Хранилище информации о</a:t>
                      </a:r>
                      <a:r>
                        <a:rPr lang="ru-RU" sz="1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б изданиях </a:t>
                      </a:r>
                      <a:r>
                        <a:rPr sz="1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(реляционная база данных)</a:t>
                      </a:r>
                      <a:endParaRPr sz="1600">
                        <a:solidFill>
                          <a:srgbClr val="00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vert="horz"/>
                </a:tc>
              </a:tr>
              <a:tr h="636948">
                <a:tc>
                  <a:txBody>
                    <a:bodyPr/>
                    <a:p>
                      <a:pPr algn="just">
                        <a:defRPr/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Модуль поиска</a:t>
                      </a:r>
                      <a:endParaRPr sz="1600" b="0">
                        <a:solidFill>
                          <a:srgbClr val="00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just">
                        <a:defRPr/>
                      </a:pPr>
                      <a:r>
                        <a:rPr sz="1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Многокритериальный поиск по различным параметрам </a:t>
                      </a:r>
                      <a:endParaRPr sz="1600">
                        <a:solidFill>
                          <a:srgbClr val="00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vert="horz"/>
                </a:tc>
              </a:tr>
              <a:tr h="636948">
                <a:tc>
                  <a:txBody>
                    <a:bodyPr/>
                    <a:p>
                      <a:pPr algn="just">
                        <a:defRPr/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Модуль администрирования</a:t>
                      </a:r>
                      <a:endParaRPr sz="1600" b="0">
                        <a:solidFill>
                          <a:srgbClr val="00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just">
                        <a:defRPr/>
                      </a:pPr>
                      <a:r>
                        <a:rPr sz="1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Добавление, редактирование и удаление записей (для администратора)</a:t>
                      </a:r>
                      <a:endParaRPr sz="1600">
                        <a:solidFill>
                          <a:srgbClr val="00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vert="horz"/>
                </a:tc>
              </a:tr>
              <a:tr h="884841">
                <a:tc>
                  <a:txBody>
                    <a:bodyPr/>
                    <a:p>
                      <a:pPr algn="just">
                        <a:defRPr/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Модуль аналитики</a:t>
                      </a:r>
                      <a:endParaRPr sz="1600" b="0">
                        <a:solidFill>
                          <a:srgbClr val="00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just">
                        <a:defRPr/>
                      </a:pPr>
                      <a:r>
                        <a:rPr sz="1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Формирование сводных отч</a:t>
                      </a:r>
                      <a:r>
                        <a:rPr lang="ru-RU" sz="1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е</a:t>
                      </a:r>
                      <a:r>
                        <a:rPr sz="1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тов и статистики (Количество </a:t>
                      </a:r>
                      <a:r>
                        <a:rPr lang="ru-RU" sz="1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изданий</a:t>
                      </a:r>
                      <a:r>
                        <a:rPr lang="ru-RU" sz="1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1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по годам, </a:t>
                      </a:r>
                      <a:r>
                        <a:rPr lang="ru-RU" sz="1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авторам</a:t>
                      </a:r>
                      <a:r>
                        <a:rPr sz="1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)</a:t>
                      </a:r>
                      <a:endParaRPr sz="1600">
                        <a:solidFill>
                          <a:srgbClr val="00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vert="horz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61912953" name="Picture 6" descr="Логотип_САПРиУ"/>
          <p:cNvPicPr>
            <a:picLocks noChangeAspect="1" noChangeArrowheads="1"/>
          </p:cNvPicPr>
          <p:nvPr/>
        </p:nvPicPr>
        <p:blipFill>
          <a:blip r:embed="rId3"/>
          <a:srcRect l="3600" t="10747" r="34196" b="37616"/>
          <a:stretch/>
        </p:blipFill>
        <p:spPr bwMode="auto">
          <a:xfrm>
            <a:off x="8532813" y="6348413"/>
            <a:ext cx="611187" cy="509587"/>
          </a:xfrm>
          <a:prstGeom prst="rect">
            <a:avLst/>
          </a:prstGeom>
          <a:noFill/>
          <a:ln>
            <a:noFill/>
          </a:ln>
        </p:spPr>
      </p:pic>
      <p:pic>
        <p:nvPicPr>
          <p:cNvPr id="77375596" name="Picture 6" descr="spbgti_logo.png"/>
          <p:cNvPicPr>
            <a:picLocks noChangeAspect="1" noChangeArrowheads="1"/>
          </p:cNvPicPr>
          <p:nvPr/>
        </p:nvPicPr>
        <p:blipFill>
          <a:blip r:embed="rId4"/>
          <a:stretch/>
        </p:blipFill>
        <p:spPr bwMode="auto">
          <a:xfrm>
            <a:off x="107949" y="6259513"/>
            <a:ext cx="422275" cy="554037"/>
          </a:xfrm>
          <a:prstGeom prst="rect">
            <a:avLst/>
          </a:prstGeom>
          <a:noFill/>
          <a:ln>
            <a:noFill/>
          </a:ln>
        </p:spPr>
      </p:pic>
      <p:sp>
        <p:nvSpPr>
          <p:cNvPr id="304829537" name="Прямоугольник 2"/>
          <p:cNvSpPr>
            <a:spLocks noChangeArrowheads="1"/>
          </p:cNvSpPr>
          <p:nvPr/>
        </p:nvSpPr>
        <p:spPr bwMode="auto">
          <a:xfrm>
            <a:off x="22224" y="68262"/>
            <a:ext cx="9002924" cy="10427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ts val="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Calibri"/>
              </a:defRPr>
            </a:lvl1pPr>
            <a:lvl2pPr marL="742950" indent="-285750">
              <a:spcBef>
                <a:spcPts val="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Calibri"/>
              </a:defRPr>
            </a:lvl2pPr>
            <a:lvl3pPr marL="1143000" indent="-228600">
              <a:spcBef>
                <a:spcPts val="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</a:defRPr>
            </a:lvl3pPr>
            <a:lvl4pPr marL="1600200" indent="-228600">
              <a:spcBef>
                <a:spcPts val="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Calibri"/>
              </a:defRPr>
            </a:lvl4pPr>
            <a:lvl5pPr marL="2057400" indent="-228600">
              <a:spcBef>
                <a:spcPts val="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9pPr>
          </a:lstStyle>
          <a:p>
            <a:pPr algn="ctr">
              <a:lnSpc>
                <a:spcPct val="130000"/>
              </a:lnSpc>
              <a:spcBef>
                <a:spcPts val="1200"/>
              </a:spcBef>
              <a:spcAft>
                <a:spcPts val="300"/>
              </a:spcAft>
              <a:buSzPts val="1400"/>
              <a:buFont typeface="Arial"/>
              <a:buNone/>
              <a:defRPr/>
            </a:pPr>
            <a:r>
              <a:rPr lang="ru-RU" sz="2400" b="1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Разработка алгоритма выбора учебно-методических изданий кафедры САПРиУ по различным критериям</a:t>
            </a:r>
            <a:endParaRPr lang="ru-RU" sz="2400" b="1">
              <a:latin typeface="Cambria"/>
              <a:ea typeface="Times New Roman"/>
            </a:endParaRPr>
          </a:p>
        </p:txBody>
      </p:sp>
      <p:sp>
        <p:nvSpPr>
          <p:cNvPr id="1913141095" name="Rectangle 2"/>
          <p:cNvSpPr txBox="1">
            <a:spLocks noChangeArrowheads="1" noRot="1"/>
          </p:cNvSpPr>
          <p:nvPr/>
        </p:nvSpPr>
        <p:spPr bwMode="auto">
          <a:xfrm>
            <a:off x="468312" y="6259512"/>
            <a:ext cx="8064499" cy="404811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spcBef>
                <a:spcPts val="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Calibri"/>
              </a:defRPr>
            </a:lvl1pPr>
            <a:lvl2pPr marL="742950" indent="-285750">
              <a:spcBef>
                <a:spcPts val="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Calibri"/>
              </a:defRPr>
            </a:lvl2pPr>
            <a:lvl3pPr marL="1143000" indent="-228600">
              <a:spcBef>
                <a:spcPts val="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</a:defRPr>
            </a:lvl3pPr>
            <a:lvl4pPr marL="1600200" indent="-228600">
              <a:spcBef>
                <a:spcPts val="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Calibri"/>
              </a:defRPr>
            </a:lvl4pPr>
            <a:lvl5pPr marL="2057400" indent="-228600">
              <a:spcBef>
                <a:spcPts val="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5pPr>
            <a:lvl6pPr marL="2514599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9pPr>
          </a:lstStyle>
          <a:p>
            <a:pPr algn="ctr">
              <a:lnSpc>
                <a:spcPct val="150000"/>
              </a:lnSpc>
              <a:spcBef>
                <a:spcPts val="0"/>
              </a:spcBef>
              <a:buFontTx/>
              <a:buNone/>
              <a:defRPr/>
            </a:pPr>
            <a:r>
              <a:rPr lang="ru-RU" sz="1800" b="1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Разработка информационно-поисковой системы для выбора учебно-методических изданий кафедры САПРиУ</a:t>
            </a:r>
            <a:endParaRPr/>
          </a:p>
        </p:txBody>
      </p:sp>
      <p:sp>
        <p:nvSpPr>
          <p:cNvPr id="335787199" name="Rectangle 2"/>
          <p:cNvSpPr txBox="1">
            <a:spLocks noChangeArrowheads="1" noRot="1"/>
          </p:cNvSpPr>
          <p:nvPr/>
        </p:nvSpPr>
        <p:spPr bwMode="auto">
          <a:xfrm flipH="0" flipV="0">
            <a:off x="924390" y="6453185"/>
            <a:ext cx="965606" cy="404811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spcBef>
                <a:spcPts val="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Calibri"/>
              </a:defRPr>
            </a:lvl1pPr>
            <a:lvl2pPr marL="742950" indent="-285750">
              <a:spcBef>
                <a:spcPts val="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Calibri"/>
              </a:defRPr>
            </a:lvl2pPr>
            <a:lvl3pPr marL="1143000" indent="-228600">
              <a:spcBef>
                <a:spcPts val="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</a:defRPr>
            </a:lvl3pPr>
            <a:lvl4pPr marL="1600200" indent="-228600">
              <a:spcBef>
                <a:spcPts val="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Calibri"/>
              </a:defRPr>
            </a:lvl4pPr>
            <a:lvl5pPr marL="2057400" indent="-228600">
              <a:spcBef>
                <a:spcPts val="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5pPr>
            <a:lvl6pPr marL="2514599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9pPr>
          </a:lstStyle>
          <a:p>
            <a:pPr algn="ctr">
              <a:spcBef>
                <a:spcPts val="0"/>
              </a:spcBef>
              <a:buFontTx/>
              <a:buNone/>
              <a:defRPr/>
            </a:pPr>
            <a:r>
              <a:rPr lang="en-US" sz="1800" b="1">
                <a:latin typeface="Times New Roman"/>
                <a:cs typeface="Times New Roman"/>
              </a:rPr>
              <a:t>11</a:t>
            </a:r>
            <a:r>
              <a:rPr lang="ru-RU" sz="1800" b="1">
                <a:latin typeface="Times New Roman"/>
                <a:cs typeface="Times New Roman"/>
              </a:rPr>
              <a:t> / 25</a:t>
            </a:r>
            <a:endParaRPr/>
          </a:p>
        </p:txBody>
      </p:sp>
      <p:pic>
        <p:nvPicPr>
          <p:cNvPr id="218135051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530223" y="1111036"/>
            <a:ext cx="8253189" cy="49047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25207078" name="Picture 6" descr="Логотип_САПРиУ"/>
          <p:cNvPicPr>
            <a:picLocks noChangeAspect="1" noChangeArrowheads="1"/>
          </p:cNvPicPr>
          <p:nvPr/>
        </p:nvPicPr>
        <p:blipFill>
          <a:blip r:embed="rId3"/>
          <a:srcRect l="3600" t="10747" r="34196" b="37616"/>
          <a:stretch/>
        </p:blipFill>
        <p:spPr bwMode="auto">
          <a:xfrm>
            <a:off x="8532813" y="6348413"/>
            <a:ext cx="611187" cy="5095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4560296" name="Picture 6" descr="spbgti_logo.png"/>
          <p:cNvPicPr>
            <a:picLocks noChangeAspect="1" noChangeArrowheads="1"/>
          </p:cNvPicPr>
          <p:nvPr/>
        </p:nvPicPr>
        <p:blipFill>
          <a:blip r:embed="rId4"/>
          <a:stretch/>
        </p:blipFill>
        <p:spPr bwMode="auto">
          <a:xfrm>
            <a:off x="107949" y="6259513"/>
            <a:ext cx="422275" cy="554037"/>
          </a:xfrm>
          <a:prstGeom prst="rect">
            <a:avLst/>
          </a:prstGeom>
          <a:noFill/>
          <a:ln>
            <a:noFill/>
          </a:ln>
        </p:spPr>
      </p:pic>
      <p:sp>
        <p:nvSpPr>
          <p:cNvPr id="587861272" name="Прямоугольник 2"/>
          <p:cNvSpPr>
            <a:spLocks noChangeArrowheads="1"/>
          </p:cNvSpPr>
          <p:nvPr/>
        </p:nvSpPr>
        <p:spPr bwMode="auto">
          <a:xfrm>
            <a:off x="22224" y="68262"/>
            <a:ext cx="9002204" cy="884279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ts val="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Calibri"/>
              </a:defRPr>
            </a:lvl1pPr>
            <a:lvl2pPr marL="742950" indent="-285750">
              <a:spcBef>
                <a:spcPts val="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Calibri"/>
              </a:defRPr>
            </a:lvl2pPr>
            <a:lvl3pPr marL="1143000" indent="-228600">
              <a:spcBef>
                <a:spcPts val="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</a:defRPr>
            </a:lvl3pPr>
            <a:lvl4pPr marL="1600200" indent="-228600">
              <a:spcBef>
                <a:spcPts val="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Calibri"/>
              </a:defRPr>
            </a:lvl4pPr>
            <a:lvl5pPr marL="2057400" indent="-228600">
              <a:spcBef>
                <a:spcPts val="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9pPr>
          </a:lstStyle>
          <a:p>
            <a:pPr algn="ctr">
              <a:lnSpc>
                <a:spcPct val="130000"/>
              </a:lnSpc>
              <a:spcBef>
                <a:spcPts val="1200"/>
              </a:spcBef>
              <a:spcAft>
                <a:spcPts val="300"/>
              </a:spcAft>
              <a:buSzPts val="1400"/>
              <a:buFont typeface="Arial"/>
              <a:buNone/>
              <a:defRPr/>
            </a:pPr>
            <a:r>
              <a:rPr lang="ru-RU" sz="2000" b="1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Создание структуры интерфейсов пользователей цифровой библиотеки в виде UML-диаграмм вариантов использования</a:t>
            </a:r>
            <a:endParaRPr lang="ru-RU" sz="2400" b="1">
              <a:latin typeface="Cambria"/>
              <a:ea typeface="Times New Roman"/>
            </a:endParaRPr>
          </a:p>
        </p:txBody>
      </p:sp>
      <p:sp>
        <p:nvSpPr>
          <p:cNvPr id="800114403" name="Rectangle 5"/>
          <p:cNvSpPr>
            <a:spLocks noChangeArrowheads="1"/>
          </p:cNvSpPr>
          <p:nvPr/>
        </p:nvSpPr>
        <p:spPr bwMode="auto">
          <a:xfrm>
            <a:off x="536575" y="1697038"/>
            <a:ext cx="9753600" cy="46037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>
            <a:spAutoFit/>
          </a:bodyPr>
          <a:lstStyle>
            <a:lvl1pPr>
              <a:spcBef>
                <a:spcPts val="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Calibri"/>
              </a:defRPr>
            </a:lvl1pPr>
            <a:lvl2pPr marL="742950" indent="-285750">
              <a:spcBef>
                <a:spcPts val="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Calibri"/>
              </a:defRPr>
            </a:lvl2pPr>
            <a:lvl3pPr marL="1143000" indent="-228600">
              <a:spcBef>
                <a:spcPts val="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</a:defRPr>
            </a:lvl3pPr>
            <a:lvl4pPr marL="1600200" indent="-228600">
              <a:spcBef>
                <a:spcPts val="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Calibri"/>
              </a:defRPr>
            </a:lvl4pPr>
            <a:lvl5pPr marL="2057400" indent="-228600">
              <a:spcBef>
                <a:spcPts val="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9pPr>
          </a:lstStyle>
          <a:p>
            <a:pPr>
              <a:spcBef>
                <a:spcPts val="0"/>
              </a:spcBef>
              <a:buFontTx/>
              <a:buNone/>
              <a:defRPr/>
            </a:pPr>
            <a:endParaRPr lang="ru-RU" sz="1800">
              <a:latin typeface="Arial"/>
            </a:endParaRPr>
          </a:p>
        </p:txBody>
      </p:sp>
      <p:sp>
        <p:nvSpPr>
          <p:cNvPr id="2024479945" name="Rectangle 2"/>
          <p:cNvSpPr txBox="1">
            <a:spLocks noChangeArrowheads="1" noRot="1"/>
          </p:cNvSpPr>
          <p:nvPr/>
        </p:nvSpPr>
        <p:spPr bwMode="auto">
          <a:xfrm>
            <a:off x="468312" y="6259512"/>
            <a:ext cx="8064499" cy="404811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spcBef>
                <a:spcPts val="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Calibri"/>
              </a:defRPr>
            </a:lvl1pPr>
            <a:lvl2pPr marL="742950" indent="-285750">
              <a:spcBef>
                <a:spcPts val="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Calibri"/>
              </a:defRPr>
            </a:lvl2pPr>
            <a:lvl3pPr marL="1143000" indent="-228600">
              <a:spcBef>
                <a:spcPts val="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</a:defRPr>
            </a:lvl3pPr>
            <a:lvl4pPr marL="1600200" indent="-228600">
              <a:spcBef>
                <a:spcPts val="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Calibri"/>
              </a:defRPr>
            </a:lvl4pPr>
            <a:lvl5pPr marL="2057400" indent="-228600">
              <a:spcBef>
                <a:spcPts val="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5pPr>
            <a:lvl6pPr marL="2514599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9pPr>
          </a:lstStyle>
          <a:p>
            <a:pPr algn="ctr">
              <a:lnSpc>
                <a:spcPct val="150000"/>
              </a:lnSpc>
              <a:spcBef>
                <a:spcPts val="0"/>
              </a:spcBef>
              <a:buFontTx/>
              <a:buNone/>
              <a:defRPr/>
            </a:pPr>
            <a:r>
              <a:rPr lang="ru-RU" sz="1800" b="1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Разработка информационно-поисковой системы для выбора учебно-методических изданий кафедры САПРиУ</a:t>
            </a:r>
            <a:endParaRPr/>
          </a:p>
        </p:txBody>
      </p:sp>
      <p:sp>
        <p:nvSpPr>
          <p:cNvPr id="751842516" name="Rectangle 2"/>
          <p:cNvSpPr txBox="1">
            <a:spLocks noChangeArrowheads="1" noRot="1"/>
          </p:cNvSpPr>
          <p:nvPr/>
        </p:nvSpPr>
        <p:spPr bwMode="auto">
          <a:xfrm flipH="0" flipV="0">
            <a:off x="924390" y="6453185"/>
            <a:ext cx="965606" cy="404811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spcBef>
                <a:spcPts val="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Calibri"/>
              </a:defRPr>
            </a:lvl1pPr>
            <a:lvl2pPr marL="742950" indent="-285750">
              <a:spcBef>
                <a:spcPts val="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Calibri"/>
              </a:defRPr>
            </a:lvl2pPr>
            <a:lvl3pPr marL="1143000" indent="-228600">
              <a:spcBef>
                <a:spcPts val="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</a:defRPr>
            </a:lvl3pPr>
            <a:lvl4pPr marL="1600200" indent="-228600">
              <a:spcBef>
                <a:spcPts val="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Calibri"/>
              </a:defRPr>
            </a:lvl4pPr>
            <a:lvl5pPr marL="2057400" indent="-228600">
              <a:spcBef>
                <a:spcPts val="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5pPr>
            <a:lvl6pPr marL="2514599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9pPr>
          </a:lstStyle>
          <a:p>
            <a:pPr algn="ctr">
              <a:spcBef>
                <a:spcPts val="0"/>
              </a:spcBef>
              <a:buFontTx/>
              <a:buNone/>
              <a:defRPr/>
            </a:pPr>
            <a:r>
              <a:rPr lang="en-US" sz="1800" b="1">
                <a:latin typeface="Times New Roman"/>
                <a:cs typeface="Times New Roman"/>
              </a:rPr>
              <a:t>12</a:t>
            </a:r>
            <a:r>
              <a:rPr lang="ru-RU" sz="1800" b="1">
                <a:latin typeface="Times New Roman"/>
                <a:cs typeface="Times New Roman"/>
              </a:rPr>
              <a:t> / 25</a:t>
            </a:r>
            <a:endParaRPr/>
          </a:p>
        </p:txBody>
      </p:sp>
      <p:pic>
        <p:nvPicPr>
          <p:cNvPr id="1589569117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rot="0" flipH="0" flipV="0">
            <a:off x="2289341" y="952542"/>
            <a:ext cx="4563684" cy="488348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30731366" name="Picture 6" descr="Логотип_САПРиУ"/>
          <p:cNvPicPr>
            <a:picLocks noChangeAspect="1" noChangeArrowheads="1"/>
          </p:cNvPicPr>
          <p:nvPr/>
        </p:nvPicPr>
        <p:blipFill>
          <a:blip r:embed="rId3"/>
          <a:srcRect l="3600" t="10747" r="34196" b="37616"/>
          <a:stretch/>
        </p:blipFill>
        <p:spPr bwMode="auto">
          <a:xfrm>
            <a:off x="8532813" y="6348413"/>
            <a:ext cx="611187" cy="509587"/>
          </a:xfrm>
          <a:prstGeom prst="rect">
            <a:avLst/>
          </a:prstGeom>
          <a:noFill/>
          <a:ln>
            <a:noFill/>
          </a:ln>
        </p:spPr>
      </p:pic>
      <p:pic>
        <p:nvPicPr>
          <p:cNvPr id="655562367" name="Picture 6" descr="spbgti_logo.png"/>
          <p:cNvPicPr>
            <a:picLocks noChangeAspect="1" noChangeArrowheads="1"/>
          </p:cNvPicPr>
          <p:nvPr/>
        </p:nvPicPr>
        <p:blipFill>
          <a:blip r:embed="rId4"/>
          <a:stretch/>
        </p:blipFill>
        <p:spPr bwMode="auto">
          <a:xfrm>
            <a:off x="107949" y="6259513"/>
            <a:ext cx="422275" cy="554037"/>
          </a:xfrm>
          <a:prstGeom prst="rect">
            <a:avLst/>
          </a:prstGeom>
          <a:noFill/>
          <a:ln>
            <a:noFill/>
          </a:ln>
        </p:spPr>
      </p:pic>
      <p:sp>
        <p:nvSpPr>
          <p:cNvPr id="1647008895" name="Прямоугольник 2"/>
          <p:cNvSpPr>
            <a:spLocks noChangeArrowheads="1"/>
          </p:cNvSpPr>
          <p:nvPr/>
        </p:nvSpPr>
        <p:spPr bwMode="auto">
          <a:xfrm>
            <a:off x="71077" y="2426"/>
            <a:ext cx="9001845" cy="884279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ts val="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Calibri"/>
              </a:defRPr>
            </a:lvl1pPr>
            <a:lvl2pPr marL="742950" indent="-285750">
              <a:spcBef>
                <a:spcPts val="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Calibri"/>
              </a:defRPr>
            </a:lvl2pPr>
            <a:lvl3pPr marL="1143000" indent="-228600">
              <a:spcBef>
                <a:spcPts val="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</a:defRPr>
            </a:lvl3pPr>
            <a:lvl4pPr marL="1600200" indent="-228600">
              <a:spcBef>
                <a:spcPts val="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Calibri"/>
              </a:defRPr>
            </a:lvl4pPr>
            <a:lvl5pPr marL="2057400" indent="-228600">
              <a:spcBef>
                <a:spcPts val="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9pPr>
          </a:lstStyle>
          <a:p>
            <a:pPr algn="ctr">
              <a:lnSpc>
                <a:spcPct val="130000"/>
              </a:lnSpc>
              <a:spcBef>
                <a:spcPts val="1200"/>
              </a:spcBef>
              <a:spcAft>
                <a:spcPts val="300"/>
              </a:spcAft>
              <a:buSzPts val="1400"/>
              <a:buFont typeface="Arial"/>
              <a:buNone/>
              <a:defRPr/>
            </a:pPr>
            <a:r>
              <a:rPr lang="ru-RU" sz="2000" b="1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Разработка архитектуры клиент-серверного приложения для поиска учебно-методических изданий кафедры САПРиУ</a:t>
            </a:r>
            <a:endParaRPr lang="ru-RU" sz="2400" b="1">
              <a:latin typeface="Cambria"/>
              <a:ea typeface="Times New Roman"/>
            </a:endParaRPr>
          </a:p>
        </p:txBody>
      </p:sp>
      <p:sp>
        <p:nvSpPr>
          <p:cNvPr id="1711912307" name="Прямоугольник 1"/>
          <p:cNvSpPr>
            <a:spLocks noChangeArrowheads="1"/>
          </p:cNvSpPr>
          <p:nvPr/>
        </p:nvSpPr>
        <p:spPr bwMode="auto">
          <a:xfrm>
            <a:off x="73025" y="765175"/>
            <a:ext cx="8891588" cy="3762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indent="449263">
              <a:spcBef>
                <a:spcPts val="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Calibri"/>
              </a:defRPr>
            </a:lvl1pPr>
            <a:lvl2pPr marL="742950" indent="-285750">
              <a:spcBef>
                <a:spcPts val="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Calibri"/>
              </a:defRPr>
            </a:lvl2pPr>
            <a:lvl3pPr marL="1143000" indent="-228600">
              <a:spcBef>
                <a:spcPts val="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</a:defRPr>
            </a:lvl3pPr>
            <a:lvl4pPr marL="1600200" indent="-228600">
              <a:spcBef>
                <a:spcPts val="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Calibri"/>
              </a:defRPr>
            </a:lvl4pPr>
            <a:lvl5pPr marL="2057400" indent="-228600">
              <a:spcBef>
                <a:spcPts val="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9pPr>
          </a:lstStyle>
          <a:p>
            <a:pPr algn="just">
              <a:lnSpc>
                <a:spcPct val="150000"/>
              </a:lnSpc>
              <a:spcBef>
                <a:spcPts val="0"/>
              </a:spcBef>
              <a:buFontTx/>
              <a:buNone/>
              <a:defRPr/>
            </a:pPr>
            <a:endParaRPr lang="ru-RU" sz="140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1096112763" name="Rectangle 2"/>
          <p:cNvSpPr txBox="1">
            <a:spLocks noChangeArrowheads="1" noRot="1"/>
          </p:cNvSpPr>
          <p:nvPr/>
        </p:nvSpPr>
        <p:spPr bwMode="auto">
          <a:xfrm>
            <a:off x="468312" y="6259512"/>
            <a:ext cx="8064499" cy="404811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spcBef>
                <a:spcPts val="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Calibri"/>
              </a:defRPr>
            </a:lvl1pPr>
            <a:lvl2pPr marL="742950" indent="-285750">
              <a:spcBef>
                <a:spcPts val="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Calibri"/>
              </a:defRPr>
            </a:lvl2pPr>
            <a:lvl3pPr marL="1143000" indent="-228600">
              <a:spcBef>
                <a:spcPts val="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</a:defRPr>
            </a:lvl3pPr>
            <a:lvl4pPr marL="1600200" indent="-228600">
              <a:spcBef>
                <a:spcPts val="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Calibri"/>
              </a:defRPr>
            </a:lvl4pPr>
            <a:lvl5pPr marL="2057400" indent="-228600">
              <a:spcBef>
                <a:spcPts val="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5pPr>
            <a:lvl6pPr marL="2514599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9pPr>
          </a:lstStyle>
          <a:p>
            <a:pPr algn="ctr">
              <a:lnSpc>
                <a:spcPct val="150000"/>
              </a:lnSpc>
              <a:spcBef>
                <a:spcPts val="0"/>
              </a:spcBef>
              <a:buFontTx/>
              <a:buNone/>
              <a:defRPr/>
            </a:pPr>
            <a:r>
              <a:rPr lang="ru-RU" sz="1800" b="1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Разработка информационно-поисковой системы для выбора учебно-методических изданий кафедры САПРиУ</a:t>
            </a:r>
            <a:endParaRPr/>
          </a:p>
        </p:txBody>
      </p:sp>
      <p:sp>
        <p:nvSpPr>
          <p:cNvPr id="195658100" name="Rectangle 2"/>
          <p:cNvSpPr txBox="1">
            <a:spLocks noChangeArrowheads="1" noRot="1"/>
          </p:cNvSpPr>
          <p:nvPr/>
        </p:nvSpPr>
        <p:spPr bwMode="auto">
          <a:xfrm flipH="0" flipV="0">
            <a:off x="924390" y="6453185"/>
            <a:ext cx="965606" cy="404811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spcBef>
                <a:spcPts val="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Calibri"/>
              </a:defRPr>
            </a:lvl1pPr>
            <a:lvl2pPr marL="742950" indent="-285750">
              <a:spcBef>
                <a:spcPts val="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Calibri"/>
              </a:defRPr>
            </a:lvl2pPr>
            <a:lvl3pPr marL="1143000" indent="-228600">
              <a:spcBef>
                <a:spcPts val="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</a:defRPr>
            </a:lvl3pPr>
            <a:lvl4pPr marL="1600200" indent="-228600">
              <a:spcBef>
                <a:spcPts val="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Calibri"/>
              </a:defRPr>
            </a:lvl4pPr>
            <a:lvl5pPr marL="2057400" indent="-228600">
              <a:spcBef>
                <a:spcPts val="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5pPr>
            <a:lvl6pPr marL="2514599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9pPr>
          </a:lstStyle>
          <a:p>
            <a:pPr algn="ctr">
              <a:spcBef>
                <a:spcPts val="0"/>
              </a:spcBef>
              <a:buFontTx/>
              <a:buNone/>
              <a:defRPr/>
            </a:pPr>
            <a:r>
              <a:rPr lang="en-US" sz="1800" b="1">
                <a:latin typeface="Times New Roman"/>
                <a:cs typeface="Times New Roman"/>
              </a:rPr>
              <a:t>13</a:t>
            </a:r>
            <a:r>
              <a:rPr lang="ru-RU" sz="1800" b="1">
                <a:latin typeface="Times New Roman"/>
                <a:cs typeface="Times New Roman"/>
              </a:rPr>
              <a:t> / 25</a:t>
            </a:r>
            <a:endParaRPr/>
          </a:p>
        </p:txBody>
      </p:sp>
      <p:pic>
        <p:nvPicPr>
          <p:cNvPr id="1269461310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144164" y="1036846"/>
            <a:ext cx="8820448" cy="446091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67591220" name="Picture 6" descr="Логотип_САПРиУ"/>
          <p:cNvPicPr>
            <a:picLocks noChangeAspect="1" noChangeArrowheads="1"/>
          </p:cNvPicPr>
          <p:nvPr/>
        </p:nvPicPr>
        <p:blipFill>
          <a:blip r:embed="rId3"/>
          <a:srcRect l="3600" t="10747" r="34196" b="37616"/>
          <a:stretch/>
        </p:blipFill>
        <p:spPr bwMode="auto">
          <a:xfrm>
            <a:off x="8532813" y="6348413"/>
            <a:ext cx="611187" cy="5095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4950531" name="Picture 6" descr="spbgti_logo.png"/>
          <p:cNvPicPr>
            <a:picLocks noChangeAspect="1" noChangeArrowheads="1"/>
          </p:cNvPicPr>
          <p:nvPr/>
        </p:nvPicPr>
        <p:blipFill>
          <a:blip r:embed="rId4"/>
          <a:stretch/>
        </p:blipFill>
        <p:spPr bwMode="auto">
          <a:xfrm>
            <a:off x="107949" y="6259513"/>
            <a:ext cx="422275" cy="554037"/>
          </a:xfrm>
          <a:prstGeom prst="rect">
            <a:avLst/>
          </a:prstGeom>
          <a:noFill/>
          <a:ln>
            <a:noFill/>
          </a:ln>
        </p:spPr>
      </p:pic>
      <p:sp>
        <p:nvSpPr>
          <p:cNvPr id="1182700551" name="Прямоугольник 2"/>
          <p:cNvSpPr>
            <a:spLocks noChangeArrowheads="1"/>
          </p:cNvSpPr>
          <p:nvPr/>
        </p:nvSpPr>
        <p:spPr bwMode="auto">
          <a:xfrm>
            <a:off x="22224" y="18131"/>
            <a:ext cx="9001845" cy="884279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ts val="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Calibri"/>
              </a:defRPr>
            </a:lvl1pPr>
            <a:lvl2pPr marL="742950" indent="-285750">
              <a:spcBef>
                <a:spcPts val="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Calibri"/>
              </a:defRPr>
            </a:lvl2pPr>
            <a:lvl3pPr marL="1143000" indent="-228600">
              <a:spcBef>
                <a:spcPts val="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</a:defRPr>
            </a:lvl3pPr>
            <a:lvl4pPr marL="1600200" indent="-228600">
              <a:spcBef>
                <a:spcPts val="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Calibri"/>
              </a:defRPr>
            </a:lvl4pPr>
            <a:lvl5pPr marL="2057400" indent="-228600">
              <a:spcBef>
                <a:spcPts val="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9pPr>
          </a:lstStyle>
          <a:p>
            <a:pPr algn="ctr">
              <a:lnSpc>
                <a:spcPct val="130000"/>
              </a:lnSpc>
              <a:spcBef>
                <a:spcPts val="1200"/>
              </a:spcBef>
              <a:spcAft>
                <a:spcPts val="300"/>
              </a:spcAft>
              <a:buSzPts val="1400"/>
              <a:buFont typeface="Arial"/>
              <a:buNone/>
              <a:defRPr/>
            </a:pPr>
            <a:r>
              <a:rPr lang="ru-RU" sz="2000" b="1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Обоснование выбора инструментальных средств разработки информационного и программного обеспечения</a:t>
            </a:r>
            <a:endParaRPr lang="ru-RU" sz="2400" b="1">
              <a:latin typeface="Cambria"/>
              <a:ea typeface="Times New Roman"/>
            </a:endParaRPr>
          </a:p>
        </p:txBody>
      </p:sp>
      <p:sp>
        <p:nvSpPr>
          <p:cNvPr id="2073702691" name="Rectangle 2"/>
          <p:cNvSpPr txBox="1">
            <a:spLocks noChangeArrowheads="1" noRot="1"/>
          </p:cNvSpPr>
          <p:nvPr/>
        </p:nvSpPr>
        <p:spPr bwMode="auto">
          <a:xfrm>
            <a:off x="468312" y="6259512"/>
            <a:ext cx="8064499" cy="404811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spcBef>
                <a:spcPts val="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Calibri"/>
              </a:defRPr>
            </a:lvl1pPr>
            <a:lvl2pPr marL="742950" indent="-285750">
              <a:spcBef>
                <a:spcPts val="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Calibri"/>
              </a:defRPr>
            </a:lvl2pPr>
            <a:lvl3pPr marL="1143000" indent="-228600">
              <a:spcBef>
                <a:spcPts val="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</a:defRPr>
            </a:lvl3pPr>
            <a:lvl4pPr marL="1600200" indent="-228600">
              <a:spcBef>
                <a:spcPts val="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Calibri"/>
              </a:defRPr>
            </a:lvl4pPr>
            <a:lvl5pPr marL="2057400" indent="-228600">
              <a:spcBef>
                <a:spcPts val="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5pPr>
            <a:lvl6pPr marL="2514599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9pPr>
          </a:lstStyle>
          <a:p>
            <a:pPr algn="ctr">
              <a:lnSpc>
                <a:spcPct val="150000"/>
              </a:lnSpc>
              <a:spcBef>
                <a:spcPts val="0"/>
              </a:spcBef>
              <a:buFontTx/>
              <a:buNone/>
              <a:defRPr/>
            </a:pPr>
            <a:r>
              <a:rPr lang="ru-RU" sz="1800" b="1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Разработка информационно-поисковой системы для выбора учебно-методических изданий кафедры САПРиУ</a:t>
            </a:r>
            <a:endParaRPr/>
          </a:p>
        </p:txBody>
      </p:sp>
      <p:sp>
        <p:nvSpPr>
          <p:cNvPr id="1715643760" name="Rectangle 2"/>
          <p:cNvSpPr txBox="1">
            <a:spLocks noChangeArrowheads="1" noRot="1"/>
          </p:cNvSpPr>
          <p:nvPr/>
        </p:nvSpPr>
        <p:spPr bwMode="auto">
          <a:xfrm flipH="0" flipV="0">
            <a:off x="924390" y="6453185"/>
            <a:ext cx="965606" cy="404811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spcBef>
                <a:spcPts val="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Calibri"/>
              </a:defRPr>
            </a:lvl1pPr>
            <a:lvl2pPr marL="742950" indent="-285750">
              <a:spcBef>
                <a:spcPts val="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Calibri"/>
              </a:defRPr>
            </a:lvl2pPr>
            <a:lvl3pPr marL="1143000" indent="-228600">
              <a:spcBef>
                <a:spcPts val="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</a:defRPr>
            </a:lvl3pPr>
            <a:lvl4pPr marL="1600200" indent="-228600">
              <a:spcBef>
                <a:spcPts val="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Calibri"/>
              </a:defRPr>
            </a:lvl4pPr>
            <a:lvl5pPr marL="2057400" indent="-228600">
              <a:spcBef>
                <a:spcPts val="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5pPr>
            <a:lvl6pPr marL="2514599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9pPr>
          </a:lstStyle>
          <a:p>
            <a:pPr algn="ctr">
              <a:spcBef>
                <a:spcPts val="0"/>
              </a:spcBef>
              <a:buFontTx/>
              <a:buNone/>
              <a:defRPr/>
            </a:pPr>
            <a:r>
              <a:rPr lang="en-US" sz="1800" b="1">
                <a:latin typeface="Times New Roman"/>
                <a:cs typeface="Times New Roman"/>
              </a:rPr>
              <a:t>14</a:t>
            </a:r>
            <a:r>
              <a:rPr lang="ru-RU" sz="1800" b="1">
                <a:latin typeface="Times New Roman"/>
                <a:cs typeface="Times New Roman"/>
              </a:rPr>
              <a:t> / 25</a:t>
            </a:r>
            <a:endParaRPr/>
          </a:p>
        </p:txBody>
      </p:sp>
      <p:sp>
        <p:nvSpPr>
          <p:cNvPr id="433142399" name=""/>
          <p:cNvSpPr txBox="1"/>
          <p:nvPr/>
        </p:nvSpPr>
        <p:spPr bwMode="auto">
          <a:xfrm rot="0" flipH="0" flipV="0">
            <a:off x="22224" y="800989"/>
            <a:ext cx="6930140" cy="44841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800">
                <a:latin typeface="Times New Roman"/>
              </a:rPr>
              <a:t>С</a:t>
            </a:r>
            <a:r>
              <a:rPr sz="1800">
                <a:latin typeface="Times New Roman"/>
              </a:rPr>
              <a:t>равнительная характеристика языков программирования</a:t>
            </a:r>
            <a:endParaRPr sz="1800">
              <a:latin typeface="Times New Roman"/>
            </a:endParaRPr>
          </a:p>
        </p:txBody>
      </p:sp>
      <p:graphicFrame>
        <p:nvGraphicFramePr>
          <p:cNvPr id="1157951520" name=""/>
          <p:cNvGraphicFramePr>
            <a:graphicFrameLocks xmlns:a="http://schemas.openxmlformats.org/drawingml/2006/main"/>
          </p:cNvGraphicFramePr>
          <p:nvPr/>
        </p:nvGraphicFramePr>
        <p:xfrm>
          <a:off x="122911" y="1201639"/>
          <a:ext cx="8800471" cy="5401566"/>
        </p:xfrm>
        <a:graphic>
          <a:graphicData uri="http://schemas.openxmlformats.org/drawingml/2006/table">
            <a:tbl>
              <a:tblPr firstRow="1" firstCol="1" lastRow="0" lastCol="0" bandRow="1" bandCol="0">
                <a:tableStyleId>{5940675A-B579-460E-94D1-54222C63F5DA}</a:tableStyleId>
              </a:tblPr>
              <a:tblGrid>
                <a:gridCol w="2202576"/>
                <a:gridCol w="2717073"/>
                <a:gridCol w="1934060"/>
                <a:gridCol w="1934060"/>
              </a:tblGrid>
              <a:tr h="367612">
                <a:tc>
                  <a:txBody>
                    <a:bodyPr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latin typeface="Times New Roman"/>
                        </a:rPr>
                        <a:t>Критерий</a:t>
                      </a:r>
                      <a:endParaRPr sz="1400">
                        <a:latin typeface="Times New Roman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400">
                          <a:latin typeface="Times New Roman"/>
                        </a:rPr>
                        <a:t>Python</a:t>
                      </a:r>
                      <a:endParaRPr sz="1400">
                        <a:latin typeface="Times New Roman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400">
                          <a:latin typeface="Times New Roman"/>
                        </a:rPr>
                        <a:t>C#</a:t>
                      </a:r>
                      <a:endParaRPr sz="1400">
                        <a:latin typeface="Times New Roman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400">
                          <a:latin typeface="Times New Roman"/>
                        </a:rPr>
                        <a:t>Java</a:t>
                      </a:r>
                      <a:endParaRPr sz="1400">
                        <a:latin typeface="Times New Roman"/>
                      </a:endParaRPr>
                    </a:p>
                  </a:txBody>
                  <a:tcPr vert="horz"/>
                </a:tc>
              </a:tr>
              <a:tr h="954753">
                <a:tc>
                  <a:txBody>
                    <a:bodyPr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latin typeface="Times New Roman"/>
                        </a:rPr>
                        <a:t>Парадигмы программирования</a:t>
                      </a:r>
                      <a:endParaRPr sz="1400">
                        <a:latin typeface="Times New Roman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latin typeface="Times New Roman"/>
                        </a:rPr>
                        <a:t>Мультипарадигмальный</a:t>
                      </a:r>
                      <a:r>
                        <a:rPr sz="1400">
                          <a:latin typeface="Times New Roman"/>
                        </a:rPr>
                        <a:t> (Объектно-ориентированный, процедурный, </a:t>
                      </a:r>
                      <a:r>
                        <a:rPr lang="ru-RU" sz="1400">
                          <a:latin typeface="Times New Roman"/>
                        </a:rPr>
                        <a:t>функциональный</a:t>
                      </a:r>
                      <a:r>
                        <a:rPr sz="1400">
                          <a:latin typeface="Times New Roman"/>
                        </a:rPr>
                        <a:t>)</a:t>
                      </a:r>
                      <a:endParaRPr sz="1400">
                        <a:latin typeface="Times New Roman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latin typeface="Times New Roman"/>
                        </a:rPr>
                        <a:t>Объектно-ориентированный</a:t>
                      </a:r>
                      <a:endParaRPr sz="1400">
                        <a:latin typeface="Times New Roman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latin typeface="Times New Roman"/>
                        </a:rPr>
                        <a:t>Объектно-ориентированный</a:t>
                      </a:r>
                      <a:endParaRPr sz="1400">
                        <a:latin typeface="Times New Roman"/>
                      </a:endParaRPr>
                    </a:p>
                  </a:txBody>
                  <a:tcPr vert="horz"/>
                </a:tc>
              </a:tr>
              <a:tr h="367612">
                <a:tc>
                  <a:txBody>
                    <a:bodyPr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ru-RU" sz="1400">
                          <a:latin typeface="Times New Roman"/>
                        </a:rPr>
                        <a:t>Типизация</a:t>
                      </a:r>
                      <a:endParaRPr sz="1400">
                        <a:latin typeface="Times New Roman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ru-RU" sz="1400">
                          <a:latin typeface="Times New Roman"/>
                        </a:rPr>
                        <a:t>Динамическая</a:t>
                      </a:r>
                      <a:endParaRPr sz="1400">
                        <a:latin typeface="Times New Roman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ru-RU" sz="1400">
                          <a:latin typeface="Times New Roman"/>
                        </a:rPr>
                        <a:t>Статическая</a:t>
                      </a:r>
                      <a:endParaRPr sz="1400">
                        <a:latin typeface="Times New Roman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ru-RU" sz="1400">
                          <a:latin typeface="Times New Roman"/>
                        </a:rPr>
                        <a:t>Статическая</a:t>
                      </a:r>
                      <a:endParaRPr sz="1400">
                        <a:latin typeface="Times New Roman"/>
                      </a:endParaRPr>
                    </a:p>
                  </a:txBody>
                  <a:tcPr vert="horz"/>
                </a:tc>
              </a:tr>
              <a:tr h="1169408">
                <a:tc>
                  <a:txBody>
                    <a:bodyPr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latin typeface="Times New Roman"/>
                        </a:rPr>
                        <a:t>Модель выполнения</a:t>
                      </a:r>
                      <a:endParaRPr sz="1400">
                        <a:latin typeface="Times New Roman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latin typeface="Times New Roman"/>
                        </a:rPr>
                        <a:t>Интерпретация (CPython)</a:t>
                      </a:r>
                      <a:endParaRPr sz="1400">
                        <a:latin typeface="Times New Roman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ru-RU" sz="1400">
                          <a:latin typeface="Times New Roman"/>
                        </a:rPr>
                        <a:t>Компиляция в промежуточный код (CIL) с последующей JIT-компиляцией</a:t>
                      </a:r>
                      <a:endParaRPr sz="1400">
                        <a:latin typeface="Times New Roman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ru-RU" sz="1400">
                          <a:latin typeface="Times New Roman"/>
                        </a:rPr>
                        <a:t>Компиляция в байт-код с последующей JIT-компиляцией (JVM)</a:t>
                      </a:r>
                      <a:endParaRPr sz="1400">
                        <a:latin typeface="Times New Roman"/>
                      </a:endParaRPr>
                    </a:p>
                  </a:txBody>
                  <a:tcPr vert="horz"/>
                </a:tc>
              </a:tr>
              <a:tr h="634877">
                <a:tc>
                  <a:txBody>
                    <a:bodyPr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latin typeface="Times New Roman"/>
                        </a:rPr>
                        <a:t>Среды разработки</a:t>
                      </a:r>
                      <a:endParaRPr sz="1400">
                        <a:latin typeface="Times New Roman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400">
                          <a:latin typeface="Times New Roman"/>
                        </a:rPr>
                        <a:t>Visual Studio</a:t>
                      </a:r>
                      <a:r>
                        <a:rPr lang="ru-RU" sz="1400">
                          <a:latin typeface="Times New Roman"/>
                        </a:rPr>
                        <a:t> </a:t>
                      </a:r>
                      <a:r>
                        <a:rPr lang="en-US" sz="1400">
                          <a:latin typeface="Times New Roman"/>
                        </a:rPr>
                        <a:t>Code, PyCharm</a:t>
                      </a:r>
                      <a:r>
                        <a:rPr lang="en-US" sz="1400">
                          <a:latin typeface="Times New Roman"/>
                        </a:rPr>
                        <a:t>, Qt Creator</a:t>
                      </a:r>
                      <a:endParaRPr sz="1400">
                        <a:latin typeface="Times New Roman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400">
                          <a:latin typeface="Times New Roman"/>
                        </a:rPr>
                        <a:t>Visual Studio, Visual Studio Code</a:t>
                      </a:r>
                      <a:endParaRPr sz="1400">
                        <a:latin typeface="Times New Roman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400">
                          <a:latin typeface="Times New Roman"/>
                        </a:rPr>
                        <a:t>Visual Studio Code, IntelliJ IDEA, Eclipse</a:t>
                      </a:r>
                      <a:endParaRPr sz="1400">
                        <a:latin typeface="Times New Roman"/>
                      </a:endParaRPr>
                    </a:p>
                  </a:txBody>
                  <a:tcPr vert="horz"/>
                </a:tc>
              </a:tr>
              <a:tr h="634877">
                <a:tc>
                  <a:txBody>
                    <a:bodyPr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400">
                          <a:latin typeface="Times New Roman"/>
                        </a:rPr>
                        <a:t>Работа</a:t>
                      </a:r>
                      <a:r>
                        <a:rPr lang="en-US" sz="1400">
                          <a:latin typeface="Times New Roman"/>
                        </a:rPr>
                        <a:t> с </a:t>
                      </a:r>
                      <a:r>
                        <a:rPr lang="en-US" sz="1400">
                          <a:latin typeface="Times New Roman"/>
                        </a:rPr>
                        <a:t>графикой</a:t>
                      </a:r>
                      <a:r>
                        <a:rPr lang="en-US" sz="1400">
                          <a:latin typeface="Times New Roman"/>
                        </a:rPr>
                        <a:t>/GUI</a:t>
                      </a:r>
                      <a:endParaRPr sz="1400">
                        <a:latin typeface="Times New Roman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400">
                          <a:latin typeface="Times New Roman"/>
                        </a:rPr>
                        <a:t>Tkinter, PyQt</a:t>
                      </a:r>
                      <a:endParaRPr sz="1400">
                        <a:latin typeface="Times New Roman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400">
                          <a:latin typeface="Times New Roman"/>
                        </a:rPr>
                        <a:t>Windows Forms, </a:t>
                      </a:r>
                      <a:r>
                        <a:rPr lang="en-US" sz="1400">
                          <a:latin typeface="Times New Roman"/>
                        </a:rPr>
                        <a:t>WPF,</a:t>
                      </a:r>
                      <a:r>
                        <a:rPr sz="1400">
                          <a:latin typeface="Times New Roman"/>
                        </a:rPr>
                        <a:t> </a:t>
                      </a:r>
                      <a:r>
                        <a:rPr lang="en-US" sz="1400">
                          <a:latin typeface="Times New Roman"/>
                        </a:rPr>
                        <a:t>Avalonia</a:t>
                      </a:r>
                      <a:r>
                        <a:rPr lang="ru-RU" sz="1400">
                          <a:latin typeface="Times New Roman"/>
                        </a:rPr>
                        <a:t> </a:t>
                      </a:r>
                      <a:r>
                        <a:rPr lang="en-US" sz="1400">
                          <a:latin typeface="Times New Roman"/>
                        </a:rPr>
                        <a:t>UI</a:t>
                      </a:r>
                      <a:endParaRPr sz="1400">
                        <a:latin typeface="Times New Roman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400">
                          <a:latin typeface="Times New Roman"/>
                        </a:rPr>
                        <a:t>JavaFX, Swing</a:t>
                      </a:r>
                      <a:endParaRPr sz="1400">
                        <a:latin typeface="Times New Roman"/>
                      </a:endParaRPr>
                    </a:p>
                  </a:txBody>
                  <a:tcPr vert="horz"/>
                </a:tc>
              </a:tr>
              <a:tr h="634877">
                <a:tc>
                  <a:txBody>
                    <a:bodyPr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ru-RU" sz="1400">
                          <a:latin typeface="Times New Roman"/>
                        </a:rPr>
                        <a:t>С</a:t>
                      </a:r>
                      <a:r>
                        <a:rPr lang="en-US" sz="1400">
                          <a:latin typeface="Times New Roman"/>
                        </a:rPr>
                        <a:t>редства работы с БД</a:t>
                      </a:r>
                      <a:endParaRPr lang="en-US" sz="1400">
                        <a:latin typeface="Times New Roman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400">
                          <a:latin typeface="Times New Roman"/>
                        </a:rPr>
                        <a:t>SQLAlchemy, Django ORM, psycopg2</a:t>
                      </a:r>
                      <a:endParaRPr lang="en-US" sz="1400">
                        <a:latin typeface="Times New Roman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400">
                          <a:latin typeface="Times New Roman"/>
                        </a:rPr>
                        <a:t>ADO.NET, Entity Framework, Dapper</a:t>
                      </a:r>
                      <a:endParaRPr lang="en-US" sz="1400">
                        <a:latin typeface="Times New Roman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400">
                          <a:latin typeface="Times New Roman"/>
                        </a:rPr>
                        <a:t>JDBC, Hibernate, JPA</a:t>
                      </a:r>
                      <a:endParaRPr lang="en-US" sz="1400">
                        <a:latin typeface="Times New Roman"/>
                      </a:endParaRPr>
                    </a:p>
                  </a:txBody>
                  <a:tcPr vert="horz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72828282" name="Picture 6" descr="Логотип_САПРиУ"/>
          <p:cNvPicPr>
            <a:picLocks noChangeAspect="1" noChangeArrowheads="1"/>
          </p:cNvPicPr>
          <p:nvPr/>
        </p:nvPicPr>
        <p:blipFill>
          <a:blip r:embed="rId3"/>
          <a:srcRect l="3600" t="10747" r="34196" b="37616"/>
          <a:stretch/>
        </p:blipFill>
        <p:spPr bwMode="auto">
          <a:xfrm>
            <a:off x="8532813" y="6348413"/>
            <a:ext cx="611187" cy="5095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7950822" name="Picture 6" descr="spbgti_logo.png"/>
          <p:cNvPicPr>
            <a:picLocks noChangeAspect="1" noChangeArrowheads="1"/>
          </p:cNvPicPr>
          <p:nvPr/>
        </p:nvPicPr>
        <p:blipFill>
          <a:blip r:embed="rId4"/>
          <a:stretch/>
        </p:blipFill>
        <p:spPr bwMode="auto">
          <a:xfrm>
            <a:off x="107949" y="6259513"/>
            <a:ext cx="422275" cy="554037"/>
          </a:xfrm>
          <a:prstGeom prst="rect">
            <a:avLst/>
          </a:prstGeom>
          <a:noFill/>
          <a:ln>
            <a:noFill/>
          </a:ln>
        </p:spPr>
      </p:pic>
      <p:sp>
        <p:nvSpPr>
          <p:cNvPr id="921417220" name="Прямоугольник 1"/>
          <p:cNvSpPr>
            <a:spLocks noChangeArrowheads="1"/>
          </p:cNvSpPr>
          <p:nvPr/>
        </p:nvSpPr>
        <p:spPr bwMode="auto">
          <a:xfrm>
            <a:off x="73025" y="765175"/>
            <a:ext cx="8891588" cy="3762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indent="449263">
              <a:spcBef>
                <a:spcPts val="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Calibri"/>
              </a:defRPr>
            </a:lvl1pPr>
            <a:lvl2pPr marL="742950" indent="-285750">
              <a:spcBef>
                <a:spcPts val="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Calibri"/>
              </a:defRPr>
            </a:lvl2pPr>
            <a:lvl3pPr marL="1143000" indent="-228600">
              <a:spcBef>
                <a:spcPts val="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</a:defRPr>
            </a:lvl3pPr>
            <a:lvl4pPr marL="1600200" indent="-228600">
              <a:spcBef>
                <a:spcPts val="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Calibri"/>
              </a:defRPr>
            </a:lvl4pPr>
            <a:lvl5pPr marL="2057400" indent="-228600">
              <a:spcBef>
                <a:spcPts val="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9pPr>
          </a:lstStyle>
          <a:p>
            <a:pPr algn="just">
              <a:lnSpc>
                <a:spcPct val="150000"/>
              </a:lnSpc>
              <a:spcBef>
                <a:spcPts val="0"/>
              </a:spcBef>
              <a:buFontTx/>
              <a:buNone/>
              <a:defRPr/>
            </a:pPr>
            <a:endParaRPr lang="ru-RU" sz="140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696262367" name="Rectangle 5"/>
          <p:cNvSpPr>
            <a:spLocks noChangeArrowheads="1"/>
          </p:cNvSpPr>
          <p:nvPr/>
        </p:nvSpPr>
        <p:spPr bwMode="auto">
          <a:xfrm>
            <a:off x="536575" y="1697038"/>
            <a:ext cx="9753600" cy="46037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>
            <a:spAutoFit/>
          </a:bodyPr>
          <a:lstStyle>
            <a:lvl1pPr>
              <a:spcBef>
                <a:spcPts val="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Calibri"/>
              </a:defRPr>
            </a:lvl1pPr>
            <a:lvl2pPr marL="742950" indent="-285750">
              <a:spcBef>
                <a:spcPts val="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Calibri"/>
              </a:defRPr>
            </a:lvl2pPr>
            <a:lvl3pPr marL="1143000" indent="-228600">
              <a:spcBef>
                <a:spcPts val="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</a:defRPr>
            </a:lvl3pPr>
            <a:lvl4pPr marL="1600200" indent="-228600">
              <a:spcBef>
                <a:spcPts val="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Calibri"/>
              </a:defRPr>
            </a:lvl4pPr>
            <a:lvl5pPr marL="2057400" indent="-228600">
              <a:spcBef>
                <a:spcPts val="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9pPr>
          </a:lstStyle>
          <a:p>
            <a:pPr>
              <a:spcBef>
                <a:spcPts val="0"/>
              </a:spcBef>
              <a:buFontTx/>
              <a:buNone/>
              <a:defRPr/>
            </a:pPr>
            <a:endParaRPr lang="ru-RU" sz="1800">
              <a:latin typeface="Arial"/>
            </a:endParaRPr>
          </a:p>
        </p:txBody>
      </p:sp>
      <p:sp>
        <p:nvSpPr>
          <p:cNvPr id="1843049121" name="Rectangle 2"/>
          <p:cNvSpPr>
            <a:spLocks noChangeArrowheads="1"/>
          </p:cNvSpPr>
          <p:nvPr/>
        </p:nvSpPr>
        <p:spPr bwMode="auto">
          <a:xfrm>
            <a:off x="-142875" y="765175"/>
            <a:ext cx="9904413" cy="0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>
            <a:spAutoFit/>
          </a:bodyPr>
          <a:lstStyle>
            <a:lvl1pPr>
              <a:spcBef>
                <a:spcPts val="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Calibri"/>
              </a:defRPr>
            </a:lvl1pPr>
            <a:lvl2pPr marL="742950" indent="-285750">
              <a:spcBef>
                <a:spcPts val="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Calibri"/>
              </a:defRPr>
            </a:lvl2pPr>
            <a:lvl3pPr marL="1143000" indent="-228600">
              <a:spcBef>
                <a:spcPts val="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</a:defRPr>
            </a:lvl3pPr>
            <a:lvl4pPr marL="1600200" indent="-228600">
              <a:spcBef>
                <a:spcPts val="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Calibri"/>
              </a:defRPr>
            </a:lvl4pPr>
            <a:lvl5pPr marL="2057400" indent="-228600">
              <a:spcBef>
                <a:spcPts val="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9pPr>
          </a:lstStyle>
          <a:p>
            <a:pPr>
              <a:spcBef>
                <a:spcPts val="0"/>
              </a:spcBef>
              <a:buFontTx/>
              <a:buNone/>
              <a:defRPr/>
            </a:pPr>
            <a:endParaRPr lang="ru-RU" sz="1800">
              <a:latin typeface="Arial"/>
            </a:endParaRPr>
          </a:p>
        </p:txBody>
      </p:sp>
      <p:sp>
        <p:nvSpPr>
          <p:cNvPr id="55073916" name="Rectangle 2"/>
          <p:cNvSpPr txBox="1">
            <a:spLocks noChangeArrowheads="1" noRot="1"/>
          </p:cNvSpPr>
          <p:nvPr/>
        </p:nvSpPr>
        <p:spPr bwMode="auto">
          <a:xfrm>
            <a:off x="468312" y="6259512"/>
            <a:ext cx="8064499" cy="404811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spcBef>
                <a:spcPts val="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Calibri"/>
              </a:defRPr>
            </a:lvl1pPr>
            <a:lvl2pPr marL="742950" indent="-285750">
              <a:spcBef>
                <a:spcPts val="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Calibri"/>
              </a:defRPr>
            </a:lvl2pPr>
            <a:lvl3pPr marL="1143000" indent="-228600">
              <a:spcBef>
                <a:spcPts val="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</a:defRPr>
            </a:lvl3pPr>
            <a:lvl4pPr marL="1600200" indent="-228600">
              <a:spcBef>
                <a:spcPts val="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Calibri"/>
              </a:defRPr>
            </a:lvl4pPr>
            <a:lvl5pPr marL="2057400" indent="-228600">
              <a:spcBef>
                <a:spcPts val="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5pPr>
            <a:lvl6pPr marL="2514599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9pPr>
          </a:lstStyle>
          <a:p>
            <a:pPr algn="ctr">
              <a:lnSpc>
                <a:spcPct val="150000"/>
              </a:lnSpc>
              <a:spcBef>
                <a:spcPts val="0"/>
              </a:spcBef>
              <a:buFontTx/>
              <a:buNone/>
              <a:defRPr/>
            </a:pPr>
            <a:r>
              <a:rPr lang="ru-RU" sz="1800" b="1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Разработка информационно-поисковой системы для выбора учебно-методических изданий кафедры САПРиУ</a:t>
            </a:r>
            <a:endParaRPr/>
          </a:p>
        </p:txBody>
      </p:sp>
      <p:sp>
        <p:nvSpPr>
          <p:cNvPr id="1261124949" name="Rectangle 2"/>
          <p:cNvSpPr txBox="1">
            <a:spLocks noChangeArrowheads="1" noRot="1"/>
          </p:cNvSpPr>
          <p:nvPr/>
        </p:nvSpPr>
        <p:spPr bwMode="auto">
          <a:xfrm flipH="0" flipV="0">
            <a:off x="924390" y="6453185"/>
            <a:ext cx="965606" cy="404811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spcBef>
                <a:spcPts val="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Calibri"/>
              </a:defRPr>
            </a:lvl1pPr>
            <a:lvl2pPr marL="742950" indent="-285750">
              <a:spcBef>
                <a:spcPts val="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Calibri"/>
              </a:defRPr>
            </a:lvl2pPr>
            <a:lvl3pPr marL="1143000" indent="-228600">
              <a:spcBef>
                <a:spcPts val="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</a:defRPr>
            </a:lvl3pPr>
            <a:lvl4pPr marL="1600200" indent="-228600">
              <a:spcBef>
                <a:spcPts val="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Calibri"/>
              </a:defRPr>
            </a:lvl4pPr>
            <a:lvl5pPr marL="2057400" indent="-228600">
              <a:spcBef>
                <a:spcPts val="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5pPr>
            <a:lvl6pPr marL="2514599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9pPr>
          </a:lstStyle>
          <a:p>
            <a:pPr algn="ctr">
              <a:spcBef>
                <a:spcPts val="0"/>
              </a:spcBef>
              <a:buFontTx/>
              <a:buNone/>
              <a:defRPr/>
            </a:pPr>
            <a:r>
              <a:rPr lang="en-US" sz="1800" b="1">
                <a:latin typeface="Times New Roman"/>
                <a:cs typeface="Times New Roman"/>
              </a:rPr>
              <a:t>15</a:t>
            </a:r>
            <a:r>
              <a:rPr lang="ru-RU" sz="1800" b="1">
                <a:latin typeface="Times New Roman"/>
                <a:cs typeface="Times New Roman"/>
              </a:rPr>
              <a:t> / 25</a:t>
            </a:r>
            <a:endParaRPr/>
          </a:p>
        </p:txBody>
      </p:sp>
      <p:sp>
        <p:nvSpPr>
          <p:cNvPr id="486309815" name="Прямоугольник 2"/>
          <p:cNvSpPr>
            <a:spLocks noChangeArrowheads="1"/>
          </p:cNvSpPr>
          <p:nvPr/>
        </p:nvSpPr>
        <p:spPr bwMode="auto">
          <a:xfrm>
            <a:off x="22224" y="18130"/>
            <a:ext cx="9002205" cy="884279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ts val="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Calibri"/>
              </a:defRPr>
            </a:lvl1pPr>
            <a:lvl2pPr marL="742950" indent="-285750">
              <a:spcBef>
                <a:spcPts val="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Calibri"/>
              </a:defRPr>
            </a:lvl2pPr>
            <a:lvl3pPr marL="1143000" indent="-228600">
              <a:spcBef>
                <a:spcPts val="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</a:defRPr>
            </a:lvl3pPr>
            <a:lvl4pPr marL="1600200" indent="-228600">
              <a:spcBef>
                <a:spcPts val="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Calibri"/>
              </a:defRPr>
            </a:lvl4pPr>
            <a:lvl5pPr marL="2057400" indent="-228600">
              <a:spcBef>
                <a:spcPts val="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5pPr>
            <a:lvl6pPr marL="2514599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9pPr>
          </a:lstStyle>
          <a:p>
            <a:pPr algn="ctr">
              <a:lnSpc>
                <a:spcPct val="130000"/>
              </a:lnSpc>
              <a:spcBef>
                <a:spcPts val="1199"/>
              </a:spcBef>
              <a:spcAft>
                <a:spcPts val="299"/>
              </a:spcAft>
              <a:buSzPts val="1400"/>
              <a:buFont typeface="Arial"/>
              <a:buNone/>
              <a:defRPr/>
            </a:pPr>
            <a:r>
              <a:rPr lang="ru-RU" sz="2000" b="1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Обоснование выбора инструментальных средств разработки информационного и программного обеспечения</a:t>
            </a:r>
            <a:endParaRPr lang="ru-RU" sz="2400" b="1">
              <a:latin typeface="Cambria"/>
              <a:ea typeface="Times New Roman"/>
            </a:endParaRPr>
          </a:p>
        </p:txBody>
      </p:sp>
      <p:sp>
        <p:nvSpPr>
          <p:cNvPr id="1549295423" name=""/>
          <p:cNvSpPr txBox="1"/>
          <p:nvPr/>
        </p:nvSpPr>
        <p:spPr bwMode="auto">
          <a:xfrm rot="0" flipH="0" flipV="0">
            <a:off x="22224" y="729085"/>
            <a:ext cx="8391643" cy="44841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800">
                <a:latin typeface="Times New Roman"/>
              </a:rPr>
              <a:t>С</a:t>
            </a:r>
            <a:r>
              <a:rPr sz="1800">
                <a:latin typeface="Times New Roman"/>
              </a:rPr>
              <a:t>равнительная </a:t>
            </a:r>
            <a:r>
              <a:rPr sz="1800">
                <a:latin typeface="Times New Roman"/>
              </a:rPr>
              <a:t>характеристика </a:t>
            </a:r>
            <a:r>
              <a:rPr lang="ru-RU" sz="1800">
                <a:latin typeface="Times New Roman"/>
              </a:rPr>
              <a:t>графических библиотек языка </a:t>
            </a:r>
            <a:r>
              <a:rPr lang="en-US" sz="1800">
                <a:latin typeface="Times New Roman"/>
              </a:rPr>
              <a:t>C#</a:t>
            </a:r>
            <a:endParaRPr sz="1800">
              <a:latin typeface="Times New Roman"/>
            </a:endParaRPr>
          </a:p>
        </p:txBody>
      </p:sp>
      <p:graphicFrame>
        <p:nvGraphicFramePr>
          <p:cNvPr id="941665973" name=""/>
          <p:cNvGraphicFramePr>
            <a:graphicFrameLocks xmlns:a="http://schemas.openxmlformats.org/drawingml/2006/main"/>
          </p:cNvGraphicFramePr>
          <p:nvPr/>
        </p:nvGraphicFramePr>
        <p:xfrm>
          <a:off x="73024" y="1085149"/>
          <a:ext cx="8942387" cy="5368035"/>
        </p:xfrm>
        <a:graphic>
          <a:graphicData uri="http://schemas.openxmlformats.org/drawingml/2006/table">
            <a:tbl>
              <a:tblPr firstRow="1" firstCol="1" lastRow="0" lastCol="0" bandRow="1" bandCol="0">
                <a:tableStyleId>{5940675A-B579-460E-94D1-54222C63F5DA}</a:tableStyleId>
              </a:tblPr>
              <a:tblGrid>
                <a:gridCol w="2064513"/>
                <a:gridCol w="2412732"/>
                <a:gridCol w="1880386"/>
                <a:gridCol w="2572055"/>
              </a:tblGrid>
              <a:tr h="344489"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latin typeface="Times New Roman"/>
                        </a:rPr>
                        <a:t>Критерий</a:t>
                      </a:r>
                      <a:endParaRPr sz="1400">
                        <a:latin typeface="Times New Roman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latin typeface="Times New Roman"/>
                        </a:rPr>
                        <a:t>WPF</a:t>
                      </a:r>
                      <a:endParaRPr sz="1400">
                        <a:latin typeface="Times New Roman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latin typeface="Times New Roman"/>
                        </a:rPr>
                        <a:t>WinForms</a:t>
                      </a:r>
                      <a:endParaRPr sz="1400">
                        <a:latin typeface="Times New Roman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latin typeface="Times New Roman"/>
                        </a:rPr>
                        <a:t>Avalonia UI</a:t>
                      </a:r>
                      <a:endParaRPr sz="1400">
                        <a:latin typeface="Times New Roman"/>
                      </a:endParaRPr>
                    </a:p>
                  </a:txBody>
                  <a:tcPr vert="horz"/>
                </a:tc>
              </a:tr>
              <a:tr h="344489">
                <a:tc>
                  <a:txBody>
                    <a:bodyPr/>
                    <a:p>
                      <a:pPr algn="just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latin typeface="Times New Roman"/>
                        </a:rPr>
                        <a:t>Год выхода</a:t>
                      </a:r>
                      <a:endParaRPr sz="1400">
                        <a:latin typeface="Times New Roman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just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latin typeface="Times New Roman"/>
                        </a:rPr>
                        <a:t>2006</a:t>
                      </a:r>
                      <a:endParaRPr sz="1400">
                        <a:latin typeface="Times New Roman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just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latin typeface="Times New Roman"/>
                        </a:rPr>
                        <a:t>2002</a:t>
                      </a:r>
                      <a:endParaRPr sz="1400">
                        <a:latin typeface="Times New Roman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just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latin typeface="Times New Roman"/>
                        </a:rPr>
                        <a:t>2019</a:t>
                      </a:r>
                      <a:endParaRPr sz="1400">
                        <a:latin typeface="Times New Roman"/>
                      </a:endParaRPr>
                    </a:p>
                  </a:txBody>
                  <a:tcPr vert="horz"/>
                </a:tc>
              </a:tr>
              <a:tr h="344489">
                <a:tc>
                  <a:txBody>
                    <a:bodyPr/>
                    <a:p>
                      <a:pPr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Поддерживаемые ОС</a:t>
                      </a:r>
                      <a:endParaRPr sz="2000" b="0">
                        <a:latin typeface="Times New Roman"/>
                        <a:cs typeface="Times New Roman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Windows</a:t>
                      </a:r>
                      <a:endParaRPr sz="2000" b="0">
                        <a:latin typeface="Times New Roman"/>
                        <a:cs typeface="Times New Roman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Windows</a:t>
                      </a:r>
                      <a:endParaRPr sz="2000" b="0">
                        <a:latin typeface="Times New Roman"/>
                        <a:cs typeface="Times New Roman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Windows, Linux, macOS</a:t>
                      </a:r>
                      <a:endParaRPr sz="2000" b="0">
                        <a:latin typeface="Times New Roman"/>
                        <a:cs typeface="Times New Roman"/>
                      </a:endParaRPr>
                    </a:p>
                  </a:txBody>
                  <a:tcPr vert="horz"/>
                </a:tc>
              </a:tr>
              <a:tr h="845397">
                <a:tc>
                  <a:txBody>
                    <a:bodyPr/>
                    <a:p>
                      <a:pPr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Графический движок</a:t>
                      </a:r>
                      <a:endParaRPr sz="2000" b="0">
                        <a:latin typeface="Times New Roman"/>
                        <a:cs typeface="Times New Roman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GDI / GDI+ (растровый, процессорный рендеринг)</a:t>
                      </a:r>
                      <a:endParaRPr sz="2000" b="0">
                        <a:latin typeface="Times New Roman"/>
                        <a:cs typeface="Times New Roman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DirectX (аппаратное ускорение, векторная графика)</a:t>
                      </a:r>
                      <a:endParaRPr sz="2000" b="0">
                        <a:latin typeface="Times New Roman"/>
                        <a:cs typeface="Times New Roman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SkiaSharp / Vulkan / OpenGL (аппаратное ускорение)</a:t>
                      </a:r>
                      <a:endParaRPr sz="2000" b="0">
                        <a:latin typeface="Times New Roman"/>
                        <a:cs typeface="Times New Roman"/>
                      </a:endParaRPr>
                    </a:p>
                  </a:txBody>
                  <a:tcPr vert="horz"/>
                </a:tc>
              </a:tr>
              <a:tr h="1095851">
                <a:tc>
                  <a:txBody>
                    <a:bodyPr/>
                    <a:p>
                      <a:pPr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Архитектура интерфейса</a:t>
                      </a:r>
                      <a:endParaRPr sz="2000" b="0">
                        <a:latin typeface="Times New Roman"/>
                        <a:cs typeface="Times New Roman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Императивный подход (дизайн через C#-код)</a:t>
                      </a:r>
                      <a:endParaRPr sz="2000" b="0">
                        <a:latin typeface="Times New Roman"/>
                        <a:cs typeface="Times New Roman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Декларативный подход (</a:t>
                      </a:r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XAML</a:t>
                      </a:r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), привязка данных (</a:t>
                      </a:r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Data Binding</a:t>
                      </a:r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)</a:t>
                      </a:r>
                      <a:endParaRPr sz="2000" b="0">
                        <a:latin typeface="Times New Roman"/>
                        <a:cs typeface="Times New Roman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Декларативный подход (</a:t>
                      </a:r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AXAML</a:t>
                      </a:r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), расширенная привязка данных</a:t>
                      </a:r>
                      <a:endParaRPr sz="2000" b="0">
                        <a:latin typeface="Times New Roman"/>
                        <a:cs typeface="Times New Roman"/>
                      </a:endParaRPr>
                    </a:p>
                  </a:txBody>
                  <a:tcPr vert="horz"/>
                </a:tc>
              </a:tr>
              <a:tr h="1095851">
                <a:tc>
                  <a:txBody>
                    <a:bodyPr/>
                    <a:p>
                      <a:pPr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ru-RU" sz="14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Стилизация </a:t>
                      </a:r>
                      <a:r>
                        <a:rPr lang="ru-RU" sz="14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пользовательского интерфейса</a:t>
                      </a:r>
                      <a:endParaRPr sz="2000" b="0">
                        <a:latin typeface="Times New Roman"/>
                        <a:cs typeface="Times New Roman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Низкая (ограничена стандартными элементами ОС)</a:t>
                      </a:r>
                      <a:endParaRPr sz="2000" b="0">
                        <a:latin typeface="Times New Roman"/>
                        <a:cs typeface="Times New Roman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Максимальная (поддержка стилей, шаблонов данных DataTemplate)</a:t>
                      </a:r>
                      <a:endParaRPr sz="2000" b="0">
                        <a:latin typeface="Times New Roman"/>
                        <a:cs typeface="Times New Roman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Высокая (стили, схожие с CSS веб-технологий)</a:t>
                      </a:r>
                      <a:endParaRPr sz="2000" b="0">
                        <a:latin typeface="Times New Roman"/>
                        <a:cs typeface="Times New Roman"/>
                      </a:endParaRPr>
                    </a:p>
                  </a:txBody>
                  <a:tcPr vert="horz"/>
                </a:tc>
              </a:tr>
              <a:tr h="403200">
                <a:tc>
                  <a:txBody>
                    <a:bodyPr/>
                    <a:p>
                      <a:pPr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Сложность разработки</a:t>
                      </a:r>
                      <a:endParaRPr sz="2000" b="0">
                        <a:latin typeface="Times New Roman"/>
                        <a:cs typeface="Times New Roman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Низкая </a:t>
                      </a:r>
                      <a:endParaRPr sz="2000" b="0">
                        <a:latin typeface="Times New Roman"/>
                        <a:cs typeface="Times New Roman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Средняя</a:t>
                      </a:r>
                      <a:endParaRPr sz="2000" b="0">
                        <a:latin typeface="Times New Roman"/>
                        <a:cs typeface="Times New Roman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Выше средней </a:t>
                      </a:r>
                      <a:endParaRPr sz="2000" b="0">
                        <a:latin typeface="Times New Roman"/>
                        <a:cs typeface="Times New Roman"/>
                      </a:endParaRPr>
                    </a:p>
                  </a:txBody>
                  <a:tcPr vert="horz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66382691" name="Picture 6" descr="Логотип_САПРиУ"/>
          <p:cNvPicPr>
            <a:picLocks noChangeAspect="1" noChangeArrowheads="1"/>
          </p:cNvPicPr>
          <p:nvPr/>
        </p:nvPicPr>
        <p:blipFill>
          <a:blip r:embed="rId3"/>
          <a:srcRect l="3600" t="10747" r="34196" b="37616"/>
          <a:stretch/>
        </p:blipFill>
        <p:spPr bwMode="auto">
          <a:xfrm>
            <a:off x="8532813" y="6348413"/>
            <a:ext cx="611187" cy="5095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3001198" name="Picture 6" descr="spbgti_logo.png"/>
          <p:cNvPicPr>
            <a:picLocks noChangeAspect="1" noChangeArrowheads="1"/>
          </p:cNvPicPr>
          <p:nvPr/>
        </p:nvPicPr>
        <p:blipFill>
          <a:blip r:embed="rId4"/>
          <a:stretch/>
        </p:blipFill>
        <p:spPr bwMode="auto">
          <a:xfrm>
            <a:off x="107949" y="6259513"/>
            <a:ext cx="422275" cy="554037"/>
          </a:xfrm>
          <a:prstGeom prst="rect">
            <a:avLst/>
          </a:prstGeom>
          <a:noFill/>
          <a:ln>
            <a:noFill/>
          </a:ln>
        </p:spPr>
      </p:pic>
      <p:sp>
        <p:nvSpPr>
          <p:cNvPr id="879616272" name="Прямоугольник 1"/>
          <p:cNvSpPr>
            <a:spLocks noChangeArrowheads="1"/>
          </p:cNvSpPr>
          <p:nvPr/>
        </p:nvSpPr>
        <p:spPr bwMode="auto">
          <a:xfrm>
            <a:off x="73025" y="765175"/>
            <a:ext cx="8891588" cy="3762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indent="449263">
              <a:spcBef>
                <a:spcPts val="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Calibri"/>
              </a:defRPr>
            </a:lvl1pPr>
            <a:lvl2pPr marL="742950" indent="-285750">
              <a:spcBef>
                <a:spcPts val="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Calibri"/>
              </a:defRPr>
            </a:lvl2pPr>
            <a:lvl3pPr marL="1143000" indent="-228600">
              <a:spcBef>
                <a:spcPts val="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</a:defRPr>
            </a:lvl3pPr>
            <a:lvl4pPr marL="1600200" indent="-228600">
              <a:spcBef>
                <a:spcPts val="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Calibri"/>
              </a:defRPr>
            </a:lvl4pPr>
            <a:lvl5pPr marL="2057400" indent="-228600">
              <a:spcBef>
                <a:spcPts val="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9pPr>
          </a:lstStyle>
          <a:p>
            <a:pPr algn="just">
              <a:lnSpc>
                <a:spcPct val="150000"/>
              </a:lnSpc>
              <a:spcBef>
                <a:spcPts val="0"/>
              </a:spcBef>
              <a:buFontTx/>
              <a:buNone/>
              <a:defRPr/>
            </a:pPr>
            <a:endParaRPr lang="ru-RU" sz="140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1875376369" name="Rectangle 2"/>
          <p:cNvSpPr>
            <a:spLocks noChangeArrowheads="1"/>
          </p:cNvSpPr>
          <p:nvPr/>
        </p:nvSpPr>
        <p:spPr bwMode="auto">
          <a:xfrm>
            <a:off x="-142875" y="765175"/>
            <a:ext cx="9904413" cy="0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>
            <a:spAutoFit/>
          </a:bodyPr>
          <a:lstStyle>
            <a:lvl1pPr>
              <a:spcBef>
                <a:spcPts val="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Calibri"/>
              </a:defRPr>
            </a:lvl1pPr>
            <a:lvl2pPr marL="742950" indent="-285750">
              <a:spcBef>
                <a:spcPts val="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Calibri"/>
              </a:defRPr>
            </a:lvl2pPr>
            <a:lvl3pPr marL="1143000" indent="-228600">
              <a:spcBef>
                <a:spcPts val="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</a:defRPr>
            </a:lvl3pPr>
            <a:lvl4pPr marL="1600200" indent="-228600">
              <a:spcBef>
                <a:spcPts val="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Calibri"/>
              </a:defRPr>
            </a:lvl4pPr>
            <a:lvl5pPr marL="2057400" indent="-228600">
              <a:spcBef>
                <a:spcPts val="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9pPr>
          </a:lstStyle>
          <a:p>
            <a:pPr>
              <a:spcBef>
                <a:spcPts val="0"/>
              </a:spcBef>
              <a:buFontTx/>
              <a:buNone/>
              <a:defRPr/>
            </a:pPr>
            <a:endParaRPr lang="ru-RU" sz="1800">
              <a:latin typeface="Arial"/>
            </a:endParaRPr>
          </a:p>
        </p:txBody>
      </p:sp>
      <p:sp>
        <p:nvSpPr>
          <p:cNvPr id="58595255" name="Rectangle 2"/>
          <p:cNvSpPr txBox="1">
            <a:spLocks noChangeArrowheads="1" noRot="1"/>
          </p:cNvSpPr>
          <p:nvPr/>
        </p:nvSpPr>
        <p:spPr bwMode="auto">
          <a:xfrm>
            <a:off x="468312" y="6259512"/>
            <a:ext cx="8064499" cy="404811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spcBef>
                <a:spcPts val="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Calibri"/>
              </a:defRPr>
            </a:lvl1pPr>
            <a:lvl2pPr marL="742950" indent="-285750">
              <a:spcBef>
                <a:spcPts val="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Calibri"/>
              </a:defRPr>
            </a:lvl2pPr>
            <a:lvl3pPr marL="1143000" indent="-228600">
              <a:spcBef>
                <a:spcPts val="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</a:defRPr>
            </a:lvl3pPr>
            <a:lvl4pPr marL="1600200" indent="-228600">
              <a:spcBef>
                <a:spcPts val="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Calibri"/>
              </a:defRPr>
            </a:lvl4pPr>
            <a:lvl5pPr marL="2057400" indent="-228600">
              <a:spcBef>
                <a:spcPts val="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5pPr>
            <a:lvl6pPr marL="2514599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9pPr>
          </a:lstStyle>
          <a:p>
            <a:pPr algn="ctr">
              <a:lnSpc>
                <a:spcPct val="150000"/>
              </a:lnSpc>
              <a:spcBef>
                <a:spcPts val="0"/>
              </a:spcBef>
              <a:buFontTx/>
              <a:buNone/>
              <a:defRPr/>
            </a:pPr>
            <a:r>
              <a:rPr lang="ru-RU" sz="1800" b="1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Разработка информационно-поисковой системы для выбора учебно-методических изданий кафедры САПРиУ</a:t>
            </a:r>
            <a:endParaRPr/>
          </a:p>
        </p:txBody>
      </p:sp>
      <p:sp>
        <p:nvSpPr>
          <p:cNvPr id="1763623171" name="Rectangle 2"/>
          <p:cNvSpPr txBox="1">
            <a:spLocks noChangeArrowheads="1" noRot="1"/>
          </p:cNvSpPr>
          <p:nvPr/>
        </p:nvSpPr>
        <p:spPr bwMode="auto">
          <a:xfrm flipH="0" flipV="0">
            <a:off x="924390" y="6453185"/>
            <a:ext cx="965606" cy="404811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spcBef>
                <a:spcPts val="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Calibri"/>
              </a:defRPr>
            </a:lvl1pPr>
            <a:lvl2pPr marL="742950" indent="-285750">
              <a:spcBef>
                <a:spcPts val="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Calibri"/>
              </a:defRPr>
            </a:lvl2pPr>
            <a:lvl3pPr marL="1143000" indent="-228600">
              <a:spcBef>
                <a:spcPts val="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</a:defRPr>
            </a:lvl3pPr>
            <a:lvl4pPr marL="1600200" indent="-228600">
              <a:spcBef>
                <a:spcPts val="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Calibri"/>
              </a:defRPr>
            </a:lvl4pPr>
            <a:lvl5pPr marL="2057400" indent="-228600">
              <a:spcBef>
                <a:spcPts val="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5pPr>
            <a:lvl6pPr marL="2514599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9pPr>
          </a:lstStyle>
          <a:p>
            <a:pPr algn="ctr">
              <a:spcBef>
                <a:spcPts val="0"/>
              </a:spcBef>
              <a:buFontTx/>
              <a:buNone/>
              <a:defRPr/>
            </a:pPr>
            <a:r>
              <a:rPr lang="en-US" sz="1800" b="1">
                <a:latin typeface="Times New Roman"/>
                <a:cs typeface="Times New Roman"/>
              </a:rPr>
              <a:t>16</a:t>
            </a:r>
            <a:r>
              <a:rPr lang="ru-RU" sz="1800" b="1">
                <a:latin typeface="Times New Roman"/>
                <a:cs typeface="Times New Roman"/>
              </a:rPr>
              <a:t> / 25</a:t>
            </a:r>
            <a:endParaRPr/>
          </a:p>
        </p:txBody>
      </p:sp>
      <p:sp>
        <p:nvSpPr>
          <p:cNvPr id="1938840973" name="Прямоугольник 2"/>
          <p:cNvSpPr>
            <a:spLocks noChangeArrowheads="1"/>
          </p:cNvSpPr>
          <p:nvPr/>
        </p:nvSpPr>
        <p:spPr bwMode="auto">
          <a:xfrm>
            <a:off x="22224" y="18130"/>
            <a:ext cx="9002565" cy="884279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ts val="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Calibri"/>
              </a:defRPr>
            </a:lvl1pPr>
            <a:lvl2pPr marL="742950" indent="-285750">
              <a:spcBef>
                <a:spcPts val="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Calibri"/>
              </a:defRPr>
            </a:lvl2pPr>
            <a:lvl3pPr marL="1143000" indent="-228600">
              <a:spcBef>
                <a:spcPts val="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</a:defRPr>
            </a:lvl3pPr>
            <a:lvl4pPr marL="1600200" indent="-228600">
              <a:spcBef>
                <a:spcPts val="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Calibri"/>
              </a:defRPr>
            </a:lvl4pPr>
            <a:lvl5pPr marL="2057400" indent="-228600">
              <a:spcBef>
                <a:spcPts val="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5pPr>
            <a:lvl6pPr marL="2514599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9pPr>
          </a:lstStyle>
          <a:p>
            <a:pPr algn="ctr">
              <a:lnSpc>
                <a:spcPct val="130000"/>
              </a:lnSpc>
              <a:spcBef>
                <a:spcPts val="1199"/>
              </a:spcBef>
              <a:spcAft>
                <a:spcPts val="299"/>
              </a:spcAft>
              <a:buSzPts val="1400"/>
              <a:buFont typeface="Arial"/>
              <a:buNone/>
              <a:defRPr/>
            </a:pPr>
            <a:r>
              <a:rPr lang="ru-RU" sz="2000" b="1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Обоснование выбора инструментальных средств разработки информационного и программного обеспечения</a:t>
            </a:r>
            <a:endParaRPr lang="ru-RU" sz="2400" b="1">
              <a:latin typeface="Cambria"/>
              <a:ea typeface="Times New Roman"/>
            </a:endParaRPr>
          </a:p>
        </p:txBody>
      </p:sp>
      <p:sp>
        <p:nvSpPr>
          <p:cNvPr id="133511466" name=""/>
          <p:cNvSpPr txBox="1"/>
          <p:nvPr/>
        </p:nvSpPr>
        <p:spPr bwMode="auto">
          <a:xfrm rot="0" flipH="0" flipV="0">
            <a:off x="22224" y="729085"/>
            <a:ext cx="5164396" cy="44841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800">
                <a:latin typeface="Times New Roman"/>
              </a:rPr>
              <a:t>С</a:t>
            </a:r>
            <a:r>
              <a:rPr sz="1800">
                <a:latin typeface="Times New Roman"/>
              </a:rPr>
              <a:t>равнительная характеристика </a:t>
            </a:r>
            <a:r>
              <a:rPr lang="ru-RU" sz="1800">
                <a:latin typeface="Times New Roman"/>
              </a:rPr>
              <a:t>СУБД</a:t>
            </a:r>
            <a:endParaRPr sz="1800">
              <a:latin typeface="Times New Roman"/>
            </a:endParaRPr>
          </a:p>
        </p:txBody>
      </p:sp>
      <p:graphicFrame>
        <p:nvGraphicFramePr>
          <p:cNvPr id="1909751147" name=""/>
          <p:cNvGraphicFramePr>
            <a:graphicFrameLocks xmlns:a="http://schemas.openxmlformats.org/drawingml/2006/main"/>
          </p:cNvGraphicFramePr>
          <p:nvPr/>
        </p:nvGraphicFramePr>
        <p:xfrm>
          <a:off x="73024" y="1093949"/>
          <a:ext cx="8735801" cy="5859915"/>
        </p:xfrm>
        <a:graphic>
          <a:graphicData uri="http://schemas.openxmlformats.org/drawingml/2006/table">
            <a:tbl>
              <a:tblPr firstRow="1" firstCol="1" lastRow="0" lastCol="0" bandRow="1" bandCol="0">
                <a:tableStyleId>{5940675A-B579-460E-94D1-54222C63F5DA}</a:tableStyleId>
              </a:tblPr>
              <a:tblGrid>
                <a:gridCol w="1714275"/>
                <a:gridCol w="2054265"/>
                <a:gridCol w="2936711"/>
                <a:gridCol w="2233811"/>
              </a:tblGrid>
              <a:tr h="493200"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latin typeface="Times New Roman"/>
                        </a:rPr>
                        <a:t>Критерий</a:t>
                      </a:r>
                      <a:endParaRPr sz="1400">
                        <a:latin typeface="Times New Roman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400">
                          <a:latin typeface="Times New Roman"/>
                        </a:rPr>
                        <a:t>PostgreSQL</a:t>
                      </a:r>
                      <a:endParaRPr sz="1400">
                        <a:latin typeface="Times New Roman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latin typeface="Times New Roman"/>
                        </a:rPr>
                        <a:t>MySQL</a:t>
                      </a:r>
                      <a:endParaRPr sz="1400">
                        <a:latin typeface="Times New Roman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latin typeface="Times New Roman"/>
                        </a:rPr>
                        <a:t>Microsoft SQL Server</a:t>
                      </a:r>
                      <a:endParaRPr sz="1400">
                        <a:latin typeface="Times New Roman"/>
                      </a:endParaRPr>
                    </a:p>
                  </a:txBody>
                  <a:tcPr vert="horz"/>
                </a:tc>
              </a:tr>
              <a:tr h="385200">
                <a:tc>
                  <a:txBody>
                    <a:bodyPr/>
                    <a:p>
                      <a:pPr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Модель данных</a:t>
                      </a:r>
                      <a:endParaRPr sz="2000" b="0">
                        <a:latin typeface="Times New Roman"/>
                        <a:cs typeface="Times New Roman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Объектно-реляционная</a:t>
                      </a:r>
                      <a:endParaRPr sz="2000" b="0">
                        <a:latin typeface="Times New Roman"/>
                        <a:cs typeface="Times New Roman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Реляционная</a:t>
                      </a:r>
                      <a:endParaRPr sz="2000" b="0">
                        <a:latin typeface="Times New Roman"/>
                        <a:cs typeface="Times New Roman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Реляционная</a:t>
                      </a:r>
                      <a:endParaRPr sz="2000" b="0">
                        <a:latin typeface="Times New Roman"/>
                        <a:cs typeface="Times New Roman"/>
                      </a:endParaRPr>
                    </a:p>
                  </a:txBody>
                  <a:tcPr vert="horz"/>
                </a:tc>
              </a:tr>
              <a:tr h="828000">
                <a:tc>
                  <a:txBody>
                    <a:bodyPr/>
                    <a:p>
                      <a:pPr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Лицензия</a:t>
                      </a:r>
                      <a:endParaRPr sz="2000" b="0">
                        <a:latin typeface="Times New Roman"/>
                        <a:cs typeface="Times New Roman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Open Source (PostgreSQL License)</a:t>
                      </a:r>
                      <a:endParaRPr sz="2000" b="0">
                        <a:latin typeface="Times New Roman"/>
                        <a:cs typeface="Times New Roman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Open Source (GPL) / Коммерческая</a:t>
                      </a:r>
                      <a:endParaRPr sz="2000" b="0">
                        <a:latin typeface="Times New Roman"/>
                        <a:cs typeface="Times New Roman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Проприетарная (доступна бесплатная Express-версия)</a:t>
                      </a:r>
                      <a:endParaRPr sz="2000" b="0">
                        <a:latin typeface="Times New Roman"/>
                        <a:cs typeface="Times New Roman"/>
                      </a:endParaRPr>
                    </a:p>
                  </a:txBody>
                  <a:tcPr vert="horz"/>
                </a:tc>
              </a:tr>
              <a:tr h="561600">
                <a:tc>
                  <a:txBody>
                    <a:bodyPr/>
                    <a:p>
                      <a:pPr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Поддерживаемые ОС</a:t>
                      </a:r>
                      <a:endParaRPr sz="2000" b="0">
                        <a:latin typeface="Times New Roman"/>
                        <a:cs typeface="Times New Roman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Linux, Windows, macOS</a:t>
                      </a:r>
                      <a:endParaRPr sz="2000" b="0">
                        <a:latin typeface="Times New Roman"/>
                        <a:cs typeface="Times New Roman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Linux, Windows, macOS</a:t>
                      </a:r>
                      <a:endParaRPr sz="2000" b="0">
                        <a:latin typeface="Times New Roman"/>
                        <a:cs typeface="Times New Roman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Windows, ограниченная поддержка Linux</a:t>
                      </a:r>
                      <a:endParaRPr sz="2000" b="0">
                        <a:latin typeface="Times New Roman"/>
                        <a:cs typeface="Times New Roman"/>
                      </a:endParaRPr>
                    </a:p>
                  </a:txBody>
                  <a:tcPr vert="horz"/>
                </a:tc>
              </a:tr>
              <a:tr h="936000">
                <a:tc>
                  <a:txBody>
                    <a:bodyPr/>
                    <a:p>
                      <a:pPr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Оптимизация нагрузок</a:t>
                      </a:r>
                      <a:endParaRPr sz="2000" b="0">
                        <a:latin typeface="Times New Roman"/>
                        <a:cs typeface="Times New Roman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Сложные многотабличные запросы, OLAP-аналитика</a:t>
                      </a:r>
                      <a:endParaRPr sz="2000" b="0">
                        <a:latin typeface="Times New Roman"/>
                        <a:cs typeface="Times New Roman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Высокоинтенсивные операции чтения (OLTP), веб-сервисы</a:t>
                      </a:r>
                      <a:endParaRPr sz="2000" b="0">
                        <a:latin typeface="Times New Roman"/>
                        <a:cs typeface="Times New Roman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Корпоративные системы, крупные OLTP и бизнес-приложения</a:t>
                      </a:r>
                      <a:endParaRPr sz="2000" b="0">
                        <a:latin typeface="Times New Roman"/>
                        <a:cs typeface="Times New Roman"/>
                      </a:endParaRPr>
                    </a:p>
                  </a:txBody>
                  <a:tcPr vert="horz"/>
                </a:tc>
              </a:tr>
              <a:tr h="1195200">
                <a:tc>
                  <a:txBody>
                    <a:bodyPr/>
                    <a:p>
                      <a:pPr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Расширения и типы данных</a:t>
                      </a:r>
                      <a:endParaRPr sz="2000" b="0">
                        <a:latin typeface="Times New Roman"/>
                        <a:cs typeface="Times New Roman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Встроенные JSONB, ГИС (PostGIS), массивы, </a:t>
                      </a:r>
                      <a:r>
                        <a:rPr lang="ru-RU" sz="14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пользовательские</a:t>
                      </a:r>
                      <a:r>
                        <a:rPr lang="ru-RU" sz="14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типы</a:t>
                      </a:r>
                      <a:endParaRPr sz="2000" b="0">
                        <a:latin typeface="Times New Roman"/>
                        <a:cs typeface="Times New Roman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Базовые типы, базовая поддержка JSON</a:t>
                      </a:r>
                      <a:endParaRPr sz="2000" b="0">
                        <a:latin typeface="Times New Roman"/>
                        <a:cs typeface="Times New Roman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Поддержка XML, JSON, пространственных данных</a:t>
                      </a:r>
                      <a:endParaRPr sz="2000" b="0">
                        <a:latin typeface="Times New Roman"/>
                        <a:cs typeface="Times New Roman"/>
                      </a:endParaRPr>
                    </a:p>
                  </a:txBody>
                  <a:tcPr vert="horz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66525662" name="Picture 6" descr="Логотип_САПРиУ"/>
          <p:cNvPicPr>
            <a:picLocks noChangeAspect="1" noChangeArrowheads="1"/>
          </p:cNvPicPr>
          <p:nvPr/>
        </p:nvPicPr>
        <p:blipFill>
          <a:blip r:embed="rId3"/>
          <a:srcRect l="3600" t="10747" r="34196" b="37616"/>
          <a:stretch/>
        </p:blipFill>
        <p:spPr bwMode="auto">
          <a:xfrm>
            <a:off x="8532813" y="6348413"/>
            <a:ext cx="611187" cy="509587"/>
          </a:xfrm>
          <a:prstGeom prst="rect">
            <a:avLst/>
          </a:prstGeom>
          <a:noFill/>
          <a:ln>
            <a:noFill/>
          </a:ln>
        </p:spPr>
      </p:pic>
      <p:pic>
        <p:nvPicPr>
          <p:cNvPr id="569724886" name="Picture 6" descr="spbgti_logo.png"/>
          <p:cNvPicPr>
            <a:picLocks noChangeAspect="1" noChangeArrowheads="1"/>
          </p:cNvPicPr>
          <p:nvPr/>
        </p:nvPicPr>
        <p:blipFill>
          <a:blip r:embed="rId4"/>
          <a:stretch/>
        </p:blipFill>
        <p:spPr bwMode="auto">
          <a:xfrm>
            <a:off x="107949" y="6259513"/>
            <a:ext cx="422275" cy="554037"/>
          </a:xfrm>
          <a:prstGeom prst="rect">
            <a:avLst/>
          </a:prstGeom>
          <a:noFill/>
          <a:ln>
            <a:noFill/>
          </a:ln>
        </p:spPr>
      </p:pic>
      <p:sp>
        <p:nvSpPr>
          <p:cNvPr id="120250701" name="Прямоугольник 1"/>
          <p:cNvSpPr>
            <a:spLocks noChangeArrowheads="1"/>
          </p:cNvSpPr>
          <p:nvPr/>
        </p:nvSpPr>
        <p:spPr bwMode="auto">
          <a:xfrm>
            <a:off x="107949" y="844550"/>
            <a:ext cx="8891588" cy="3762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indent="449263">
              <a:spcBef>
                <a:spcPts val="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Calibri"/>
              </a:defRPr>
            </a:lvl1pPr>
            <a:lvl2pPr marL="742950" indent="-285750">
              <a:spcBef>
                <a:spcPts val="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Calibri"/>
              </a:defRPr>
            </a:lvl2pPr>
            <a:lvl3pPr marL="1143000" indent="-228600">
              <a:spcBef>
                <a:spcPts val="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</a:defRPr>
            </a:lvl3pPr>
            <a:lvl4pPr marL="1600200" indent="-228600">
              <a:spcBef>
                <a:spcPts val="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Calibri"/>
              </a:defRPr>
            </a:lvl4pPr>
            <a:lvl5pPr marL="2057400" indent="-228600">
              <a:spcBef>
                <a:spcPts val="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9pPr>
          </a:lstStyle>
          <a:p>
            <a:pPr algn="just">
              <a:lnSpc>
                <a:spcPct val="150000"/>
              </a:lnSpc>
              <a:spcBef>
                <a:spcPts val="0"/>
              </a:spcBef>
              <a:buFontTx/>
              <a:buNone/>
              <a:defRPr/>
            </a:pPr>
            <a:endParaRPr lang="ru-RU" sz="140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1077245817" name="Rectangle 2"/>
          <p:cNvSpPr>
            <a:spLocks noChangeArrowheads="1"/>
          </p:cNvSpPr>
          <p:nvPr/>
        </p:nvSpPr>
        <p:spPr bwMode="auto">
          <a:xfrm>
            <a:off x="-142875" y="765175"/>
            <a:ext cx="9904413" cy="0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>
            <a:spAutoFit/>
          </a:bodyPr>
          <a:lstStyle>
            <a:lvl1pPr>
              <a:spcBef>
                <a:spcPts val="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Calibri"/>
              </a:defRPr>
            </a:lvl1pPr>
            <a:lvl2pPr marL="742950" indent="-285750">
              <a:spcBef>
                <a:spcPts val="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Calibri"/>
              </a:defRPr>
            </a:lvl2pPr>
            <a:lvl3pPr marL="1143000" indent="-228600">
              <a:spcBef>
                <a:spcPts val="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</a:defRPr>
            </a:lvl3pPr>
            <a:lvl4pPr marL="1600200" indent="-228600">
              <a:spcBef>
                <a:spcPts val="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Calibri"/>
              </a:defRPr>
            </a:lvl4pPr>
            <a:lvl5pPr marL="2057400" indent="-228600">
              <a:spcBef>
                <a:spcPts val="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9pPr>
          </a:lstStyle>
          <a:p>
            <a:pPr>
              <a:spcBef>
                <a:spcPts val="0"/>
              </a:spcBef>
              <a:buFontTx/>
              <a:buNone/>
              <a:defRPr/>
            </a:pPr>
            <a:endParaRPr lang="ru-RU" sz="1800">
              <a:latin typeface="Arial"/>
            </a:endParaRPr>
          </a:p>
        </p:txBody>
      </p:sp>
      <p:sp>
        <p:nvSpPr>
          <p:cNvPr id="696242279" name="Rectangle 2"/>
          <p:cNvSpPr txBox="1">
            <a:spLocks noChangeArrowheads="1" noRot="1"/>
          </p:cNvSpPr>
          <p:nvPr/>
        </p:nvSpPr>
        <p:spPr bwMode="auto">
          <a:xfrm>
            <a:off x="468312" y="6259512"/>
            <a:ext cx="8064499" cy="404811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spcBef>
                <a:spcPts val="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Calibri"/>
              </a:defRPr>
            </a:lvl1pPr>
            <a:lvl2pPr marL="742950" indent="-285750">
              <a:spcBef>
                <a:spcPts val="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Calibri"/>
              </a:defRPr>
            </a:lvl2pPr>
            <a:lvl3pPr marL="1143000" indent="-228600">
              <a:spcBef>
                <a:spcPts val="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</a:defRPr>
            </a:lvl3pPr>
            <a:lvl4pPr marL="1600200" indent="-228600">
              <a:spcBef>
                <a:spcPts val="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Calibri"/>
              </a:defRPr>
            </a:lvl4pPr>
            <a:lvl5pPr marL="2057400" indent="-228600">
              <a:spcBef>
                <a:spcPts val="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5pPr>
            <a:lvl6pPr marL="2514599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9pPr>
          </a:lstStyle>
          <a:p>
            <a:pPr algn="ctr">
              <a:lnSpc>
                <a:spcPct val="150000"/>
              </a:lnSpc>
              <a:spcBef>
                <a:spcPts val="0"/>
              </a:spcBef>
              <a:buFontTx/>
              <a:buNone/>
              <a:defRPr/>
            </a:pPr>
            <a:r>
              <a:rPr lang="ru-RU" sz="1800" b="1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Разработка информационно-поисковой системы для выбора учебно-методических изданий кафедры САПРиУ</a:t>
            </a:r>
            <a:endParaRPr/>
          </a:p>
        </p:txBody>
      </p:sp>
      <p:sp>
        <p:nvSpPr>
          <p:cNvPr id="1305902956" name="Rectangle 2"/>
          <p:cNvSpPr txBox="1">
            <a:spLocks noChangeArrowheads="1" noRot="1"/>
          </p:cNvSpPr>
          <p:nvPr/>
        </p:nvSpPr>
        <p:spPr bwMode="auto">
          <a:xfrm flipH="0" flipV="0">
            <a:off x="924390" y="6453185"/>
            <a:ext cx="965606" cy="404811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spcBef>
                <a:spcPts val="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Calibri"/>
              </a:defRPr>
            </a:lvl1pPr>
            <a:lvl2pPr marL="742950" indent="-285750">
              <a:spcBef>
                <a:spcPts val="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Calibri"/>
              </a:defRPr>
            </a:lvl2pPr>
            <a:lvl3pPr marL="1143000" indent="-228600">
              <a:spcBef>
                <a:spcPts val="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</a:defRPr>
            </a:lvl3pPr>
            <a:lvl4pPr marL="1600200" indent="-228600">
              <a:spcBef>
                <a:spcPts val="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Calibri"/>
              </a:defRPr>
            </a:lvl4pPr>
            <a:lvl5pPr marL="2057400" indent="-228600">
              <a:spcBef>
                <a:spcPts val="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5pPr>
            <a:lvl6pPr marL="2514599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9pPr>
          </a:lstStyle>
          <a:p>
            <a:pPr algn="ctr">
              <a:spcBef>
                <a:spcPts val="0"/>
              </a:spcBef>
              <a:buFontTx/>
              <a:buNone/>
              <a:defRPr/>
            </a:pPr>
            <a:r>
              <a:rPr lang="en-US" sz="1800" b="1">
                <a:latin typeface="Times New Roman"/>
                <a:cs typeface="Times New Roman"/>
              </a:rPr>
              <a:t>17</a:t>
            </a:r>
            <a:r>
              <a:rPr lang="ru-RU" sz="1800" b="1">
                <a:latin typeface="Times New Roman"/>
                <a:cs typeface="Times New Roman"/>
              </a:rPr>
              <a:t> / 25</a:t>
            </a:r>
            <a:endParaRPr/>
          </a:p>
        </p:txBody>
      </p:sp>
      <p:sp>
        <p:nvSpPr>
          <p:cNvPr id="1853049865" name="Прямоугольник 2"/>
          <p:cNvSpPr>
            <a:spLocks noChangeArrowheads="1"/>
          </p:cNvSpPr>
          <p:nvPr/>
        </p:nvSpPr>
        <p:spPr bwMode="auto">
          <a:xfrm>
            <a:off x="22224" y="18130"/>
            <a:ext cx="9002925" cy="884279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ts val="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Calibri"/>
              </a:defRPr>
            </a:lvl1pPr>
            <a:lvl2pPr marL="742950" indent="-285750">
              <a:spcBef>
                <a:spcPts val="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Calibri"/>
              </a:defRPr>
            </a:lvl2pPr>
            <a:lvl3pPr marL="1143000" indent="-228600">
              <a:spcBef>
                <a:spcPts val="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</a:defRPr>
            </a:lvl3pPr>
            <a:lvl4pPr marL="1600200" indent="-228600">
              <a:spcBef>
                <a:spcPts val="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Calibri"/>
              </a:defRPr>
            </a:lvl4pPr>
            <a:lvl5pPr marL="2057400" indent="-228600">
              <a:spcBef>
                <a:spcPts val="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5pPr>
            <a:lvl6pPr marL="2514599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9pPr>
          </a:lstStyle>
          <a:p>
            <a:pPr algn="ctr">
              <a:lnSpc>
                <a:spcPct val="130000"/>
              </a:lnSpc>
              <a:spcBef>
                <a:spcPts val="1199"/>
              </a:spcBef>
              <a:spcAft>
                <a:spcPts val="299"/>
              </a:spcAft>
              <a:buSzPts val="1400"/>
              <a:buFont typeface="Arial"/>
              <a:buNone/>
              <a:defRPr/>
            </a:pPr>
            <a:r>
              <a:rPr lang="ru-RU" sz="2000" b="1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Обоснование выбора инструментальных средств разработки информационного и программного обеспечения</a:t>
            </a:r>
            <a:endParaRPr lang="ru-RU" sz="2400" b="1">
              <a:latin typeface="Cambria"/>
              <a:ea typeface="Times New Roman"/>
            </a:endParaRPr>
          </a:p>
        </p:txBody>
      </p:sp>
      <p:sp>
        <p:nvSpPr>
          <p:cNvPr id="1250933919" name=""/>
          <p:cNvSpPr txBox="1"/>
          <p:nvPr/>
        </p:nvSpPr>
        <p:spPr bwMode="auto">
          <a:xfrm rot="0" flipH="0" flipV="0">
            <a:off x="22224" y="1103028"/>
            <a:ext cx="9056901" cy="393228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just">
              <a:defRPr/>
            </a:pPr>
            <a:r>
              <a:rPr>
                <a:latin typeface="Times New Roman"/>
                <a:ea typeface="Times New Roman"/>
                <a:cs typeface="Times New Roman"/>
              </a:rPr>
              <a:t>С учётом необходимости реализации приложения с развитым интерфейсом поиска и интеграцией с реляционной базой данных, обеспечивая при этом максимальную производительность, для разработки системы выбран язык программирования C#.</a:t>
            </a:r>
            <a:endParaRPr>
              <a:latin typeface="Times New Roman"/>
              <a:cs typeface="Times New Roman"/>
            </a:endParaRPr>
          </a:p>
          <a:p>
            <a:pPr algn="just">
              <a:defRPr/>
            </a:pPr>
            <a:endParaRPr>
              <a:latin typeface="Times New Roman"/>
              <a:cs typeface="Times New Roman"/>
            </a:endParaRPr>
          </a:p>
          <a:p>
            <a:pPr algn="just"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С учетом того, что разрабатываемая система ориентирована на использование на компьютерах под управлением Windows, для построения пользовательского интерфейса выбрана библиотека WPF за счет аппаратного ускорения графики, встроенного механизма привязки данных и возможности четкого разделения визуальной части и логики приложения с помощью паттерна MVVM.</a:t>
            </a:r>
            <a:endParaRPr>
              <a:latin typeface="Times New Roman"/>
              <a:cs typeface="Times New Roman"/>
            </a:endParaRPr>
          </a:p>
          <a:p>
            <a:pPr algn="just">
              <a:defRPr/>
            </a:pPr>
            <a:endParaRPr>
              <a:latin typeface="Times New Roman"/>
              <a:cs typeface="Times New Roman"/>
            </a:endParaRPr>
          </a:p>
          <a:p>
            <a:pPr algn="just"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Для построения базы данных выбрана СУБД PostgreSQL за счет её объектно-реляционной архитектуры, полной бесплатности, высокой производительности при выполнении сложных многотабличных запросов и развитой поддержки интеграции с платформой .NET через драйвер Npgsql.</a:t>
            </a:r>
            <a:endParaRPr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72637015" name="Picture 6" descr="Логотип_САПРиУ"/>
          <p:cNvPicPr>
            <a:picLocks noChangeAspect="1" noChangeArrowheads="1"/>
          </p:cNvPicPr>
          <p:nvPr/>
        </p:nvPicPr>
        <p:blipFill>
          <a:blip r:embed="rId3"/>
          <a:srcRect l="3600" t="10747" r="34196" b="37616"/>
          <a:stretch/>
        </p:blipFill>
        <p:spPr bwMode="auto">
          <a:xfrm>
            <a:off x="8532813" y="6348413"/>
            <a:ext cx="611187" cy="5095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6569277" name="Picture 6" descr="spbgti_logo.png"/>
          <p:cNvPicPr>
            <a:picLocks noChangeAspect="1" noChangeArrowheads="1"/>
          </p:cNvPicPr>
          <p:nvPr/>
        </p:nvPicPr>
        <p:blipFill>
          <a:blip r:embed="rId4"/>
          <a:stretch/>
        </p:blipFill>
        <p:spPr bwMode="auto">
          <a:xfrm>
            <a:off x="107949" y="6259513"/>
            <a:ext cx="422275" cy="554037"/>
          </a:xfrm>
          <a:prstGeom prst="rect">
            <a:avLst/>
          </a:prstGeom>
          <a:noFill/>
          <a:ln>
            <a:noFill/>
          </a:ln>
        </p:spPr>
      </p:pic>
      <p:sp>
        <p:nvSpPr>
          <p:cNvPr id="452335247" name="Прямоугольник 2"/>
          <p:cNvSpPr>
            <a:spLocks noChangeArrowheads="1"/>
          </p:cNvSpPr>
          <p:nvPr/>
        </p:nvSpPr>
        <p:spPr bwMode="auto">
          <a:xfrm flipH="0" flipV="0">
            <a:off x="1710" y="-59911"/>
            <a:ext cx="9143729" cy="823319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ts val="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Calibri"/>
              </a:defRPr>
            </a:lvl1pPr>
            <a:lvl2pPr marL="742950" indent="-285750">
              <a:spcBef>
                <a:spcPts val="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Calibri"/>
              </a:defRPr>
            </a:lvl2pPr>
            <a:lvl3pPr marL="1143000" indent="-228600">
              <a:spcBef>
                <a:spcPts val="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</a:defRPr>
            </a:lvl3pPr>
            <a:lvl4pPr marL="1600200" indent="-228600">
              <a:spcBef>
                <a:spcPts val="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Calibri"/>
              </a:defRPr>
            </a:lvl4pPr>
            <a:lvl5pPr marL="2057400" indent="-228600">
              <a:spcBef>
                <a:spcPts val="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9pPr>
          </a:lstStyle>
          <a:p>
            <a:pPr algn="ctr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SzPts val="1400"/>
              <a:buFont typeface="Arial"/>
              <a:buNone/>
              <a:defRPr/>
            </a:pPr>
            <a:r>
              <a:rPr lang="ru-RU" sz="2400" b="1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Формирование входных данных для тестирования цифровой библиотеки</a:t>
            </a:r>
            <a:endParaRPr lang="ru-RU" sz="2400" b="1">
              <a:latin typeface="Cambria"/>
              <a:ea typeface="Times New Roman"/>
            </a:endParaRPr>
          </a:p>
        </p:txBody>
      </p:sp>
      <p:sp>
        <p:nvSpPr>
          <p:cNvPr id="1482911046" name="Прямоугольник 1"/>
          <p:cNvSpPr>
            <a:spLocks noChangeArrowheads="1"/>
          </p:cNvSpPr>
          <p:nvPr/>
        </p:nvSpPr>
        <p:spPr bwMode="auto">
          <a:xfrm>
            <a:off x="107949" y="844550"/>
            <a:ext cx="8891588" cy="3762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indent="449263">
              <a:spcBef>
                <a:spcPts val="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Calibri"/>
              </a:defRPr>
            </a:lvl1pPr>
            <a:lvl2pPr marL="742950" indent="-285750">
              <a:spcBef>
                <a:spcPts val="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Calibri"/>
              </a:defRPr>
            </a:lvl2pPr>
            <a:lvl3pPr marL="1143000" indent="-228600">
              <a:spcBef>
                <a:spcPts val="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</a:defRPr>
            </a:lvl3pPr>
            <a:lvl4pPr marL="1600200" indent="-228600">
              <a:spcBef>
                <a:spcPts val="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Calibri"/>
              </a:defRPr>
            </a:lvl4pPr>
            <a:lvl5pPr marL="2057400" indent="-228600">
              <a:spcBef>
                <a:spcPts val="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9pPr>
          </a:lstStyle>
          <a:p>
            <a:pPr algn="just">
              <a:lnSpc>
                <a:spcPct val="150000"/>
              </a:lnSpc>
              <a:spcBef>
                <a:spcPts val="0"/>
              </a:spcBef>
              <a:buFontTx/>
              <a:buNone/>
              <a:defRPr/>
            </a:pPr>
            <a:endParaRPr lang="ru-RU" sz="140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1447488700" name="Rectangle 10"/>
          <p:cNvSpPr>
            <a:spLocks noChangeArrowheads="1"/>
          </p:cNvSpPr>
          <p:nvPr/>
        </p:nvSpPr>
        <p:spPr bwMode="auto">
          <a:xfrm>
            <a:off x="6594475" y="2225675"/>
            <a:ext cx="6786563" cy="365125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/>
                <a:cs typeface="Arial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/>
                <a:cs typeface="Arial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/>
                <a:cs typeface="Arial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/>
                <a:cs typeface="Arial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/>
                <a:cs typeface="Arial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  <a:cs typeface="Arial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  <a:cs typeface="Arial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  <a:cs typeface="Arial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  <a:cs typeface="Arial"/>
              </a:defRPr>
            </a:lvl9pPr>
          </a:lstStyle>
          <a:p>
            <a:pPr>
              <a:defRPr/>
            </a:pPr>
            <a:endParaRPr lang="ru-RU"/>
          </a:p>
        </p:txBody>
      </p:sp>
      <p:sp>
        <p:nvSpPr>
          <p:cNvPr id="1300441333" name="Rectangle 2"/>
          <p:cNvSpPr txBox="1">
            <a:spLocks noChangeArrowheads="1" noRot="1"/>
          </p:cNvSpPr>
          <p:nvPr/>
        </p:nvSpPr>
        <p:spPr bwMode="auto">
          <a:xfrm>
            <a:off x="468312" y="6259512"/>
            <a:ext cx="8064499" cy="404811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spcBef>
                <a:spcPts val="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Calibri"/>
              </a:defRPr>
            </a:lvl1pPr>
            <a:lvl2pPr marL="742950" indent="-285750">
              <a:spcBef>
                <a:spcPts val="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Calibri"/>
              </a:defRPr>
            </a:lvl2pPr>
            <a:lvl3pPr marL="1143000" indent="-228600">
              <a:spcBef>
                <a:spcPts val="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</a:defRPr>
            </a:lvl3pPr>
            <a:lvl4pPr marL="1600200" indent="-228600">
              <a:spcBef>
                <a:spcPts val="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Calibri"/>
              </a:defRPr>
            </a:lvl4pPr>
            <a:lvl5pPr marL="2057400" indent="-228600">
              <a:spcBef>
                <a:spcPts val="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5pPr>
            <a:lvl6pPr marL="2514599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9pPr>
          </a:lstStyle>
          <a:p>
            <a:pPr algn="ctr">
              <a:lnSpc>
                <a:spcPct val="150000"/>
              </a:lnSpc>
              <a:spcBef>
                <a:spcPts val="0"/>
              </a:spcBef>
              <a:buFontTx/>
              <a:buNone/>
              <a:defRPr/>
            </a:pPr>
            <a:r>
              <a:rPr lang="ru-RU" sz="1800" b="1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Разработка информационно-поисковой системы для выбора учебно-методических изданий кафедры САПРиУ</a:t>
            </a:r>
            <a:endParaRPr/>
          </a:p>
        </p:txBody>
      </p:sp>
      <p:sp>
        <p:nvSpPr>
          <p:cNvPr id="2109768983" name="Rectangle 2"/>
          <p:cNvSpPr txBox="1">
            <a:spLocks noChangeArrowheads="1" noRot="1"/>
          </p:cNvSpPr>
          <p:nvPr/>
        </p:nvSpPr>
        <p:spPr bwMode="auto">
          <a:xfrm flipH="0" flipV="0">
            <a:off x="924390" y="6453185"/>
            <a:ext cx="965606" cy="404811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spcBef>
                <a:spcPts val="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Calibri"/>
              </a:defRPr>
            </a:lvl1pPr>
            <a:lvl2pPr marL="742950" indent="-285750">
              <a:spcBef>
                <a:spcPts val="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Calibri"/>
              </a:defRPr>
            </a:lvl2pPr>
            <a:lvl3pPr marL="1143000" indent="-228600">
              <a:spcBef>
                <a:spcPts val="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</a:defRPr>
            </a:lvl3pPr>
            <a:lvl4pPr marL="1600200" indent="-228600">
              <a:spcBef>
                <a:spcPts val="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Calibri"/>
              </a:defRPr>
            </a:lvl4pPr>
            <a:lvl5pPr marL="2057400" indent="-228600">
              <a:spcBef>
                <a:spcPts val="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5pPr>
            <a:lvl6pPr marL="2514599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9pPr>
          </a:lstStyle>
          <a:p>
            <a:pPr algn="ctr">
              <a:spcBef>
                <a:spcPts val="0"/>
              </a:spcBef>
              <a:buFontTx/>
              <a:buNone/>
              <a:defRPr/>
            </a:pPr>
            <a:r>
              <a:rPr lang="en-US" sz="1800" b="1">
                <a:latin typeface="Times New Roman"/>
                <a:cs typeface="Times New Roman"/>
              </a:rPr>
              <a:t>18</a:t>
            </a:r>
            <a:r>
              <a:rPr lang="ru-RU" sz="1800" b="1">
                <a:latin typeface="Times New Roman"/>
                <a:cs typeface="Times New Roman"/>
              </a:rPr>
              <a:t> / 25</a:t>
            </a:r>
            <a:endParaRPr/>
          </a:p>
        </p:txBody>
      </p:sp>
      <p:graphicFrame>
        <p:nvGraphicFramePr>
          <p:cNvPr id="1494105827" name=""/>
          <p:cNvGraphicFramePr>
            <a:graphicFrameLocks xmlns:a="http://schemas.openxmlformats.org/drawingml/2006/main"/>
          </p:cNvGraphicFramePr>
          <p:nvPr/>
        </p:nvGraphicFramePr>
        <p:xfrm>
          <a:off x="35092" y="952278"/>
          <a:ext cx="9073815" cy="4784883"/>
        </p:xfrm>
        <a:graphic>
          <a:graphicData uri="http://schemas.openxmlformats.org/drawingml/2006/table">
            <a:tbl>
              <a:tblPr firstRow="1" firstCol="1" lastRow="0" lastCol="0" bandRow="1" bandCol="0">
                <a:tableStyleId>{5940675A-B579-460E-94D1-54222C63F5DA}</a:tableStyleId>
              </a:tblPr>
              <a:tblGrid>
                <a:gridCol w="801560"/>
                <a:gridCol w="2195577"/>
                <a:gridCol w="3429864"/>
                <a:gridCol w="827697"/>
                <a:gridCol w="1806414"/>
              </a:tblGrid>
              <a:tr h="253440">
                <a:tc>
                  <a:txBody>
                    <a:bodyPr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 </a:t>
                      </a:r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№</a:t>
                      </a:r>
                      <a:endParaRPr sz="1400"/>
                    </a:p>
                  </a:txBody>
                  <a:tcPr vert="horz"/>
                </a:tc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ru-RU" sz="1400">
                          <a:latin typeface="Times New Roman"/>
                          <a:ea typeface="Times New Roman"/>
                          <a:cs typeface="Times New Roman"/>
                        </a:rPr>
                        <a:t>А</a:t>
                      </a:r>
                      <a:r>
                        <a:rPr sz="1400">
                          <a:latin typeface="Times New Roman"/>
                          <a:ea typeface="Times New Roman"/>
                          <a:cs typeface="Times New Roman"/>
                        </a:rPr>
                        <a:t>вторы</a:t>
                      </a:r>
                      <a:endParaRPr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ru-RU" sz="1400">
                          <a:latin typeface="Times New Roman"/>
                          <a:ea typeface="Times New Roman"/>
                          <a:cs typeface="Times New Roman"/>
                        </a:rPr>
                        <a:t>Название</a:t>
                      </a:r>
                      <a:endParaRPr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ru-RU" sz="1400">
                          <a:latin typeface="Times New Roman"/>
                          <a:ea typeface="Times New Roman"/>
                          <a:cs typeface="Times New Roman"/>
                        </a:rPr>
                        <a:t>Год </a:t>
                      </a:r>
                      <a:endParaRPr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ru-RU" sz="1400">
                          <a:latin typeface="Times New Roman"/>
                          <a:ea typeface="Times New Roman"/>
                          <a:cs typeface="Times New Roman"/>
                        </a:rPr>
                        <a:t>Издательство</a:t>
                      </a:r>
                      <a:endParaRPr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vert="horz"/>
                </a:tc>
              </a:tr>
              <a:tr h="709200"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ru-RU" sz="1400"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endParaRPr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marL="0" marR="0" indent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Белова Р.И., </a:t>
                      </a:r>
                      <a:r>
                        <a:rPr sz="1400">
                          <a:latin typeface="Times New Roman"/>
                          <a:ea typeface="Times New Roman"/>
                          <a:cs typeface="Times New Roman"/>
                        </a:rPr>
                        <a:t>Ильин Б.В</a:t>
                      </a:r>
                      <a:r>
                        <a:rPr lang="ru-RU" sz="1400">
                          <a:latin typeface="Times New Roman"/>
                          <a:ea typeface="Times New Roman"/>
                          <a:cs typeface="Times New Roman"/>
                        </a:rPr>
                        <a:t>.</a:t>
                      </a:r>
                      <a:endParaRPr sz="1400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latin typeface="Times New Roman"/>
                          <a:ea typeface="Times New Roman"/>
                          <a:cs typeface="Times New Roman"/>
                        </a:rPr>
                        <a:t>Применение АВМ для исследования систем   автоматического регулирования</a:t>
                      </a:r>
                      <a:endParaRPr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ru-RU" sz="1400">
                          <a:latin typeface="Times New Roman"/>
                          <a:ea typeface="Times New Roman"/>
                          <a:cs typeface="Times New Roman"/>
                        </a:rPr>
                        <a:t>1969</a:t>
                      </a:r>
                      <a:endParaRPr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ЛТИ им.</a:t>
                      </a:r>
                      <a:endParaRPr sz="1400"/>
                    </a:p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latin typeface="Times New Roman"/>
                          <a:ea typeface="Times New Roman"/>
                          <a:cs typeface="Times New Roman"/>
                        </a:rPr>
                        <a:t>Ленсовета</a:t>
                      </a:r>
                      <a:endParaRPr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vert="horz"/>
                </a:tc>
              </a:tr>
              <a:tr h="575988"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ru-RU" sz="1400"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  <a:endParaRPr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marL="0" marR="0" indent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Белова Р.И., </a:t>
                      </a:r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Ильин Б.В.</a:t>
                      </a:r>
                      <a:endParaRPr sz="1400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latin typeface="Times New Roman"/>
                          <a:ea typeface="Times New Roman"/>
                          <a:cs typeface="Times New Roman"/>
                        </a:rPr>
                        <a:t>Исследование и синтез втоматических систем регулирования, часть 1,часть 2</a:t>
                      </a:r>
                      <a:endParaRPr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ru-RU" sz="1400">
                          <a:latin typeface="Times New Roman"/>
                          <a:ea typeface="Times New Roman"/>
                          <a:cs typeface="Times New Roman"/>
                        </a:rPr>
                        <a:t>1975</a:t>
                      </a:r>
                      <a:endParaRPr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ЛТИ им.</a:t>
                      </a:r>
                      <a:endParaRPr sz="14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latin typeface="Times New Roman"/>
                          <a:ea typeface="Times New Roman"/>
                          <a:cs typeface="Times New Roman"/>
                        </a:rPr>
                        <a:t>Ленсовета</a:t>
                      </a:r>
                      <a:endParaRPr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vert="horz"/>
                </a:tc>
              </a:tr>
              <a:tr h="846620"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ru-RU" sz="1400">
                          <a:latin typeface="Times New Roman"/>
                          <a:ea typeface="Times New Roman"/>
                          <a:cs typeface="Times New Roman"/>
                        </a:rPr>
                        <a:t>3</a:t>
                      </a:r>
                      <a:endParaRPr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marL="0" marR="0" indent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Белова Р.И., </a:t>
                      </a:r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Уланов В.Н., </a:t>
                      </a:r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Комаров П.И., </a:t>
                      </a:r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Егоров А.А.</a:t>
                      </a:r>
                      <a:endParaRPr sz="1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0" marR="0" indent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п/ред.</a:t>
                      </a:r>
                      <a:endParaRPr sz="1400"/>
                    </a:p>
                    <a:p>
                      <a:pPr marL="0" marR="0" indent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Сотникова В.В.</a:t>
                      </a:r>
                      <a:endParaRPr sz="1400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latin typeface="Times New Roman"/>
                          <a:ea typeface="Times New Roman"/>
                          <a:cs typeface="Times New Roman"/>
                        </a:rPr>
                        <a:t>Симплексный метод решения задач линейного программирования</a:t>
                      </a:r>
                      <a:endParaRPr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ru-RU" sz="1400">
                          <a:latin typeface="Times New Roman"/>
                          <a:ea typeface="Times New Roman"/>
                          <a:cs typeface="Times New Roman"/>
                        </a:rPr>
                        <a:t>1977</a:t>
                      </a:r>
                      <a:endParaRPr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ЛТИ им.</a:t>
                      </a:r>
                      <a:endParaRPr sz="14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latin typeface="Times New Roman"/>
                          <a:ea typeface="Times New Roman"/>
                          <a:cs typeface="Times New Roman"/>
                        </a:rPr>
                        <a:t>Ленсовета</a:t>
                      </a:r>
                      <a:endParaRPr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vert="horz"/>
                </a:tc>
              </a:tr>
              <a:tr h="846620"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ru-RU" sz="1400">
                          <a:latin typeface="Times New Roman"/>
                          <a:ea typeface="Times New Roman"/>
                          <a:cs typeface="Times New Roman"/>
                        </a:rPr>
                        <a:t>4</a:t>
                      </a:r>
                      <a:endParaRPr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marL="0" marR="0" indent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Белова Р.И., </a:t>
                      </a:r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Уланов В.Н., </a:t>
                      </a:r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Комаров П.И., </a:t>
                      </a:r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Егоров А.А.</a:t>
                      </a:r>
                      <a:endParaRPr sz="1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0" marR="0" indent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п/ред.</a:t>
                      </a:r>
                      <a:endParaRPr sz="1400"/>
                    </a:p>
                    <a:p>
                      <a:pPr marL="0" marR="0" indent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Сотникова В.В.</a:t>
                      </a:r>
                      <a:endParaRPr sz="1400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latin typeface="Times New Roman"/>
                          <a:ea typeface="Times New Roman"/>
                          <a:cs typeface="Times New Roman"/>
                        </a:rPr>
                        <a:t>Графическое решение задач квадратичного программирования</a:t>
                      </a:r>
                      <a:endParaRPr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ru-RU" sz="1400">
                          <a:latin typeface="Times New Roman"/>
                          <a:ea typeface="Times New Roman"/>
                          <a:cs typeface="Times New Roman"/>
                        </a:rPr>
                        <a:t>1977</a:t>
                      </a:r>
                      <a:endParaRPr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ЛТИ им.</a:t>
                      </a:r>
                      <a:endParaRPr sz="14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latin typeface="Times New Roman"/>
                          <a:ea typeface="Times New Roman"/>
                          <a:cs typeface="Times New Roman"/>
                        </a:rPr>
                        <a:t>Ленсовета</a:t>
                      </a:r>
                      <a:endParaRPr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vert="horz"/>
                </a:tc>
              </a:tr>
              <a:tr h="460003"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ru-RU" sz="1400">
                          <a:latin typeface="Times New Roman"/>
                          <a:ea typeface="Times New Roman"/>
                          <a:cs typeface="Times New Roman"/>
                        </a:rPr>
                        <a:t>5</a:t>
                      </a:r>
                      <a:endParaRPr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marL="0" marR="0" indent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Белова Р.И. </a:t>
                      </a:r>
                      <a:endParaRPr sz="1400"/>
                    </a:p>
                    <a:p>
                      <a:pPr marL="0" marR="0" indent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п/ред.</a:t>
                      </a:r>
                      <a:endParaRPr sz="1400"/>
                    </a:p>
                    <a:p>
                      <a:pPr marL="0" marR="0" indent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Сотникова В.В.</a:t>
                      </a:r>
                      <a:endParaRPr sz="1400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latin typeface="Times New Roman"/>
                          <a:ea typeface="Times New Roman"/>
                          <a:cs typeface="Times New Roman"/>
                        </a:rPr>
                        <a:t>Подготовка информации для ЭВМ на перфоленте</a:t>
                      </a:r>
                      <a:endParaRPr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ru-RU" sz="1400">
                          <a:latin typeface="Times New Roman"/>
                          <a:ea typeface="Times New Roman"/>
                          <a:cs typeface="Times New Roman"/>
                        </a:rPr>
                        <a:t>1977</a:t>
                      </a:r>
                      <a:endParaRPr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ЛТИ им.</a:t>
                      </a:r>
                      <a:endParaRPr sz="14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latin typeface="Times New Roman"/>
                          <a:ea typeface="Times New Roman"/>
                          <a:cs typeface="Times New Roman"/>
                        </a:rPr>
                        <a:t>Ленсовета</a:t>
                      </a:r>
                      <a:endParaRPr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vert="horz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2164457" name="Picture 6" descr="Логотип_САПРиУ"/>
          <p:cNvPicPr>
            <a:picLocks noChangeAspect="1" noChangeArrowheads="1"/>
          </p:cNvPicPr>
          <p:nvPr/>
        </p:nvPicPr>
        <p:blipFill>
          <a:blip r:embed="rId3"/>
          <a:srcRect l="3600" t="10747" r="34196" b="37616"/>
          <a:stretch/>
        </p:blipFill>
        <p:spPr bwMode="auto">
          <a:xfrm>
            <a:off x="8532813" y="6348413"/>
            <a:ext cx="611187" cy="509587"/>
          </a:xfrm>
          <a:prstGeom prst="rect">
            <a:avLst/>
          </a:prstGeom>
          <a:noFill/>
          <a:ln>
            <a:noFill/>
          </a:ln>
        </p:spPr>
      </p:pic>
      <p:pic>
        <p:nvPicPr>
          <p:cNvPr id="663081621" name="Picture 6" descr="spbgti_logo.png"/>
          <p:cNvPicPr>
            <a:picLocks noChangeAspect="1" noChangeArrowheads="1"/>
          </p:cNvPicPr>
          <p:nvPr/>
        </p:nvPicPr>
        <p:blipFill>
          <a:blip r:embed="rId4"/>
          <a:stretch/>
        </p:blipFill>
        <p:spPr bwMode="auto">
          <a:xfrm>
            <a:off x="107949" y="6259513"/>
            <a:ext cx="422275" cy="554037"/>
          </a:xfrm>
          <a:prstGeom prst="rect">
            <a:avLst/>
          </a:prstGeom>
          <a:noFill/>
          <a:ln>
            <a:noFill/>
          </a:ln>
        </p:spPr>
      </p:pic>
      <p:sp>
        <p:nvSpPr>
          <p:cNvPr id="100957642" name="Прямоугольник 2"/>
          <p:cNvSpPr>
            <a:spLocks noChangeArrowheads="1"/>
          </p:cNvSpPr>
          <p:nvPr/>
        </p:nvSpPr>
        <p:spPr bwMode="auto">
          <a:xfrm>
            <a:off x="-757237" y="30161"/>
            <a:ext cx="10659195" cy="686159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ts val="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Calibri"/>
              </a:defRPr>
            </a:lvl1pPr>
            <a:lvl2pPr marL="742950" indent="-285750">
              <a:spcBef>
                <a:spcPts val="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Calibri"/>
              </a:defRPr>
            </a:lvl2pPr>
            <a:lvl3pPr marL="1143000" indent="-228600">
              <a:spcBef>
                <a:spcPts val="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</a:defRPr>
            </a:lvl3pPr>
            <a:lvl4pPr marL="1600200" indent="-228600">
              <a:spcBef>
                <a:spcPts val="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Calibri"/>
              </a:defRPr>
            </a:lvl4pPr>
            <a:lvl5pPr marL="2057400" indent="-228600">
              <a:spcBef>
                <a:spcPts val="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9pPr>
          </a:lstStyle>
          <a:p>
            <a:pPr algn="ctr">
              <a:lnSpc>
                <a:spcPct val="150000"/>
              </a:lnSpc>
              <a:spcBef>
                <a:spcPts val="1200"/>
              </a:spcBef>
              <a:spcAft>
                <a:spcPts val="300"/>
              </a:spcAft>
              <a:buSzPts val="1400"/>
              <a:buFont typeface="Arial"/>
              <a:buNone/>
              <a:defRPr/>
            </a:pPr>
            <a:r>
              <a:rPr lang="ru-RU" sz="2600" b="1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Тестирование информационно-поисковой системы</a:t>
            </a:r>
            <a:endParaRPr lang="ru-RU" sz="2600" b="1">
              <a:latin typeface="Cambria"/>
              <a:ea typeface="Times New Roman"/>
            </a:endParaRPr>
          </a:p>
        </p:txBody>
      </p:sp>
      <p:sp>
        <p:nvSpPr>
          <p:cNvPr id="1761214447" name="Rectangle 10"/>
          <p:cNvSpPr>
            <a:spLocks noChangeArrowheads="1"/>
          </p:cNvSpPr>
          <p:nvPr/>
        </p:nvSpPr>
        <p:spPr bwMode="auto">
          <a:xfrm>
            <a:off x="6594475" y="2225675"/>
            <a:ext cx="6786563" cy="365125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/>
                <a:cs typeface="Arial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/>
                <a:cs typeface="Arial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/>
                <a:cs typeface="Arial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/>
                <a:cs typeface="Arial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/>
                <a:cs typeface="Arial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  <a:cs typeface="Arial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  <a:cs typeface="Arial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  <a:cs typeface="Arial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  <a:cs typeface="Arial"/>
              </a:defRPr>
            </a:lvl9pPr>
          </a:lstStyle>
          <a:p>
            <a:pPr>
              <a:defRPr/>
            </a:pPr>
            <a:endParaRPr lang="ru-RU"/>
          </a:p>
        </p:txBody>
      </p:sp>
      <p:sp>
        <p:nvSpPr>
          <p:cNvPr id="423584584" name="Rectangle 2"/>
          <p:cNvSpPr txBox="1">
            <a:spLocks noChangeArrowheads="1" noRot="1"/>
          </p:cNvSpPr>
          <p:nvPr/>
        </p:nvSpPr>
        <p:spPr bwMode="auto">
          <a:xfrm>
            <a:off x="468312" y="6259512"/>
            <a:ext cx="8064499" cy="404811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spcBef>
                <a:spcPts val="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Calibri"/>
              </a:defRPr>
            </a:lvl1pPr>
            <a:lvl2pPr marL="742950" indent="-285750">
              <a:spcBef>
                <a:spcPts val="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Calibri"/>
              </a:defRPr>
            </a:lvl2pPr>
            <a:lvl3pPr marL="1143000" indent="-228600">
              <a:spcBef>
                <a:spcPts val="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</a:defRPr>
            </a:lvl3pPr>
            <a:lvl4pPr marL="1600200" indent="-228600">
              <a:spcBef>
                <a:spcPts val="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Calibri"/>
              </a:defRPr>
            </a:lvl4pPr>
            <a:lvl5pPr marL="2057400" indent="-228600">
              <a:spcBef>
                <a:spcPts val="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5pPr>
            <a:lvl6pPr marL="2514599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9pPr>
          </a:lstStyle>
          <a:p>
            <a:pPr algn="ctr">
              <a:lnSpc>
                <a:spcPct val="150000"/>
              </a:lnSpc>
              <a:spcBef>
                <a:spcPts val="0"/>
              </a:spcBef>
              <a:buFontTx/>
              <a:buNone/>
              <a:defRPr/>
            </a:pPr>
            <a:r>
              <a:rPr lang="ru-RU" sz="1800" b="1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Разработка информационно-поисковой системы для выбора учебно-методических изданий кафедры САПРиУ</a:t>
            </a:r>
            <a:endParaRPr/>
          </a:p>
        </p:txBody>
      </p:sp>
      <p:sp>
        <p:nvSpPr>
          <p:cNvPr id="2014190047" name="Rectangle 2"/>
          <p:cNvSpPr txBox="1">
            <a:spLocks noChangeArrowheads="1" noRot="1"/>
          </p:cNvSpPr>
          <p:nvPr/>
        </p:nvSpPr>
        <p:spPr bwMode="auto">
          <a:xfrm flipH="0" flipV="0">
            <a:off x="924390" y="6453185"/>
            <a:ext cx="965606" cy="404811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spcBef>
                <a:spcPts val="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Calibri"/>
              </a:defRPr>
            </a:lvl1pPr>
            <a:lvl2pPr marL="742950" indent="-285750">
              <a:spcBef>
                <a:spcPts val="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Calibri"/>
              </a:defRPr>
            </a:lvl2pPr>
            <a:lvl3pPr marL="1143000" indent="-228600">
              <a:spcBef>
                <a:spcPts val="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</a:defRPr>
            </a:lvl3pPr>
            <a:lvl4pPr marL="1600200" indent="-228600">
              <a:spcBef>
                <a:spcPts val="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Calibri"/>
              </a:defRPr>
            </a:lvl4pPr>
            <a:lvl5pPr marL="2057400" indent="-228600">
              <a:spcBef>
                <a:spcPts val="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5pPr>
            <a:lvl6pPr marL="2514599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9pPr>
          </a:lstStyle>
          <a:p>
            <a:pPr algn="ctr">
              <a:spcBef>
                <a:spcPts val="0"/>
              </a:spcBef>
              <a:buFontTx/>
              <a:buNone/>
              <a:defRPr/>
            </a:pPr>
            <a:r>
              <a:rPr lang="en-US" sz="1800" b="1">
                <a:latin typeface="Times New Roman"/>
                <a:cs typeface="Times New Roman"/>
              </a:rPr>
              <a:t>19</a:t>
            </a:r>
            <a:r>
              <a:rPr lang="ru-RU" sz="1800" b="1">
                <a:latin typeface="Times New Roman"/>
                <a:cs typeface="Times New Roman"/>
              </a:rPr>
              <a:t> / 25</a:t>
            </a:r>
            <a:endParaRPr/>
          </a:p>
        </p:txBody>
      </p:sp>
      <p:pic>
        <p:nvPicPr>
          <p:cNvPr id="136523658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rot="0" flipH="0" flipV="0">
            <a:off x="192043" y="1112222"/>
            <a:ext cx="8760634" cy="4633554"/>
          </a:xfrm>
          <a:prstGeom prst="rect">
            <a:avLst/>
          </a:prstGeom>
        </p:spPr>
      </p:pic>
      <p:sp>
        <p:nvSpPr>
          <p:cNvPr id="720329314" name=""/>
          <p:cNvSpPr txBox="1"/>
          <p:nvPr/>
        </p:nvSpPr>
        <p:spPr bwMode="auto">
          <a:xfrm rot="0" flipH="0" flipV="0">
            <a:off x="192043" y="627240"/>
            <a:ext cx="4523805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>
                <a:latin typeface="Times New Roman"/>
                <a:ea typeface="Times New Roman"/>
                <a:cs typeface="Times New Roman"/>
              </a:rPr>
              <a:t>Интерфейс разработанного приложения</a:t>
            </a:r>
            <a:endParaRPr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32427527" name="Picture 6" descr="Логотип_САПРиУ"/>
          <p:cNvPicPr>
            <a:picLocks noChangeAspect="1" noChangeArrowheads="1"/>
          </p:cNvPicPr>
          <p:nvPr/>
        </p:nvPicPr>
        <p:blipFill>
          <a:blip r:embed="rId3"/>
          <a:srcRect l="3600" t="10747" r="34196" b="37616"/>
          <a:stretch/>
        </p:blipFill>
        <p:spPr bwMode="auto">
          <a:xfrm>
            <a:off x="8532813" y="6348413"/>
            <a:ext cx="611187" cy="5095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2214083" name="Picture 6" descr="spbgti_logo.png"/>
          <p:cNvPicPr>
            <a:picLocks noChangeAspect="1" noChangeArrowheads="1"/>
          </p:cNvPicPr>
          <p:nvPr/>
        </p:nvPicPr>
        <p:blipFill>
          <a:blip r:embed="rId4"/>
          <a:stretch/>
        </p:blipFill>
        <p:spPr bwMode="auto">
          <a:xfrm>
            <a:off x="107949" y="6259513"/>
            <a:ext cx="422275" cy="554037"/>
          </a:xfrm>
          <a:prstGeom prst="rect">
            <a:avLst/>
          </a:prstGeom>
          <a:noFill/>
          <a:ln>
            <a:noFill/>
          </a:ln>
        </p:spPr>
      </p:pic>
      <p:sp>
        <p:nvSpPr>
          <p:cNvPr id="2091694155" name="Rectangle 10"/>
          <p:cNvSpPr>
            <a:spLocks noChangeArrowheads="1"/>
          </p:cNvSpPr>
          <p:nvPr/>
        </p:nvSpPr>
        <p:spPr bwMode="auto">
          <a:xfrm>
            <a:off x="6594475" y="2225675"/>
            <a:ext cx="6786563" cy="365125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/>
                <a:cs typeface="Arial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/>
                <a:cs typeface="Arial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/>
                <a:cs typeface="Arial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/>
                <a:cs typeface="Arial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/>
                <a:cs typeface="Arial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  <a:cs typeface="Arial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  <a:cs typeface="Arial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  <a:cs typeface="Arial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  <a:cs typeface="Arial"/>
              </a:defRPr>
            </a:lvl9pPr>
          </a:lstStyle>
          <a:p>
            <a:pPr>
              <a:defRPr/>
            </a:pPr>
            <a:endParaRPr lang="ru-RU"/>
          </a:p>
        </p:txBody>
      </p:sp>
      <p:sp>
        <p:nvSpPr>
          <p:cNvPr id="1750859697" name="Rectangle 2"/>
          <p:cNvSpPr txBox="1">
            <a:spLocks noChangeArrowheads="1" noRot="1"/>
          </p:cNvSpPr>
          <p:nvPr/>
        </p:nvSpPr>
        <p:spPr bwMode="auto">
          <a:xfrm>
            <a:off x="468312" y="6259512"/>
            <a:ext cx="8064499" cy="404811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spcBef>
                <a:spcPts val="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Calibri"/>
              </a:defRPr>
            </a:lvl1pPr>
            <a:lvl2pPr marL="742950" indent="-285750">
              <a:spcBef>
                <a:spcPts val="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Calibri"/>
              </a:defRPr>
            </a:lvl2pPr>
            <a:lvl3pPr marL="1143000" indent="-228600">
              <a:spcBef>
                <a:spcPts val="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</a:defRPr>
            </a:lvl3pPr>
            <a:lvl4pPr marL="1600200" indent="-228600">
              <a:spcBef>
                <a:spcPts val="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Calibri"/>
              </a:defRPr>
            </a:lvl4pPr>
            <a:lvl5pPr marL="2057400" indent="-228600">
              <a:spcBef>
                <a:spcPts val="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5pPr>
            <a:lvl6pPr marL="2514599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9pPr>
          </a:lstStyle>
          <a:p>
            <a:pPr algn="ctr">
              <a:lnSpc>
                <a:spcPct val="150000"/>
              </a:lnSpc>
              <a:spcBef>
                <a:spcPts val="0"/>
              </a:spcBef>
              <a:buFontTx/>
              <a:buNone/>
              <a:defRPr/>
            </a:pPr>
            <a:r>
              <a:rPr lang="ru-RU" sz="1800" b="1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Разработка информационно-поисковой системы для выбора учебно-методических изданий кафедры САПРиУ</a:t>
            </a:r>
            <a:endParaRPr/>
          </a:p>
        </p:txBody>
      </p:sp>
      <p:sp>
        <p:nvSpPr>
          <p:cNvPr id="858127512" name="Rectangle 2"/>
          <p:cNvSpPr txBox="1">
            <a:spLocks noChangeArrowheads="1" noRot="1"/>
          </p:cNvSpPr>
          <p:nvPr/>
        </p:nvSpPr>
        <p:spPr bwMode="auto">
          <a:xfrm flipH="0" flipV="0">
            <a:off x="924390" y="6453185"/>
            <a:ext cx="965606" cy="404811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spcBef>
                <a:spcPts val="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Calibri"/>
              </a:defRPr>
            </a:lvl1pPr>
            <a:lvl2pPr marL="742950" indent="-285750">
              <a:spcBef>
                <a:spcPts val="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Calibri"/>
              </a:defRPr>
            </a:lvl2pPr>
            <a:lvl3pPr marL="1143000" indent="-228600">
              <a:spcBef>
                <a:spcPts val="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</a:defRPr>
            </a:lvl3pPr>
            <a:lvl4pPr marL="1600200" indent="-228600">
              <a:spcBef>
                <a:spcPts val="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Calibri"/>
              </a:defRPr>
            </a:lvl4pPr>
            <a:lvl5pPr marL="2057400" indent="-228600">
              <a:spcBef>
                <a:spcPts val="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5pPr>
            <a:lvl6pPr marL="2514599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9pPr>
          </a:lstStyle>
          <a:p>
            <a:pPr algn="ctr">
              <a:spcBef>
                <a:spcPts val="0"/>
              </a:spcBef>
              <a:buFontTx/>
              <a:buNone/>
              <a:defRPr/>
            </a:pPr>
            <a:r>
              <a:rPr lang="en-US" sz="1800" b="1">
                <a:latin typeface="Times New Roman"/>
                <a:cs typeface="Times New Roman"/>
              </a:rPr>
              <a:t>20</a:t>
            </a:r>
            <a:r>
              <a:rPr lang="ru-RU" sz="1800" b="1">
                <a:latin typeface="Times New Roman"/>
                <a:cs typeface="Times New Roman"/>
              </a:rPr>
              <a:t> / 25</a:t>
            </a:r>
            <a:endParaRPr/>
          </a:p>
        </p:txBody>
      </p:sp>
      <p:sp>
        <p:nvSpPr>
          <p:cNvPr id="236977717" name="Прямоугольник 2"/>
          <p:cNvSpPr>
            <a:spLocks noChangeArrowheads="1"/>
          </p:cNvSpPr>
          <p:nvPr/>
        </p:nvSpPr>
        <p:spPr bwMode="auto">
          <a:xfrm>
            <a:off x="-757236" y="30160"/>
            <a:ext cx="10659555" cy="686159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ts val="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Calibri"/>
              </a:defRPr>
            </a:lvl1pPr>
            <a:lvl2pPr marL="742950" indent="-285750">
              <a:spcBef>
                <a:spcPts val="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Calibri"/>
              </a:defRPr>
            </a:lvl2pPr>
            <a:lvl3pPr marL="1143000" indent="-228600">
              <a:spcBef>
                <a:spcPts val="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</a:defRPr>
            </a:lvl3pPr>
            <a:lvl4pPr marL="1600200" indent="-228600">
              <a:spcBef>
                <a:spcPts val="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Calibri"/>
              </a:defRPr>
            </a:lvl4pPr>
            <a:lvl5pPr marL="2057400" indent="-228600">
              <a:spcBef>
                <a:spcPts val="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5pPr>
            <a:lvl6pPr marL="2514599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9pPr>
          </a:lstStyle>
          <a:p>
            <a:pPr algn="ctr">
              <a:lnSpc>
                <a:spcPct val="150000"/>
              </a:lnSpc>
              <a:spcBef>
                <a:spcPts val="1199"/>
              </a:spcBef>
              <a:spcAft>
                <a:spcPts val="299"/>
              </a:spcAft>
              <a:buSzPts val="1400"/>
              <a:buFont typeface="Arial"/>
              <a:buNone/>
              <a:defRPr/>
            </a:pPr>
            <a:r>
              <a:rPr lang="ru-RU" sz="2600" b="1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Тестирование информационно-поисковой системы</a:t>
            </a:r>
            <a:endParaRPr lang="ru-RU" sz="2600" b="1">
              <a:latin typeface="Cambria"/>
              <a:ea typeface="Times New Roman"/>
            </a:endParaRPr>
          </a:p>
        </p:txBody>
      </p:sp>
      <p:pic>
        <p:nvPicPr>
          <p:cNvPr id="1347829409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rot="0" flipH="0" flipV="0">
            <a:off x="248817" y="1056859"/>
            <a:ext cx="8646363" cy="4573116"/>
          </a:xfrm>
          <a:prstGeom prst="rect">
            <a:avLst/>
          </a:prstGeom>
        </p:spPr>
      </p:pic>
      <p:sp>
        <p:nvSpPr>
          <p:cNvPr id="1034184146" name=""/>
          <p:cNvSpPr txBox="1"/>
          <p:nvPr/>
        </p:nvSpPr>
        <p:spPr bwMode="auto">
          <a:xfrm rot="0" flipH="0" flipV="0">
            <a:off x="192042" y="627239"/>
            <a:ext cx="5404781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>
                <a:latin typeface="Times New Roman"/>
                <a:ea typeface="Times New Roman"/>
                <a:cs typeface="Times New Roman"/>
              </a:rPr>
              <a:t>Интерфейс добавления издания</a:t>
            </a:r>
            <a:endParaRPr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1773912" name="Picture 6" descr="Логотип_САПРиУ"/>
          <p:cNvPicPr>
            <a:picLocks noChangeAspect="1" noChangeArrowheads="1"/>
          </p:cNvPicPr>
          <p:nvPr/>
        </p:nvPicPr>
        <p:blipFill>
          <a:blip r:embed="rId3"/>
          <a:srcRect l="3600" t="10747" r="34196" b="37616"/>
          <a:stretch/>
        </p:blipFill>
        <p:spPr bwMode="auto">
          <a:xfrm>
            <a:off x="8532813" y="6348413"/>
            <a:ext cx="611187" cy="5095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6659876" name="Picture 6" descr="spbgti_logo.png"/>
          <p:cNvPicPr>
            <a:picLocks noChangeAspect="1" noChangeArrowheads="1"/>
          </p:cNvPicPr>
          <p:nvPr/>
        </p:nvPicPr>
        <p:blipFill>
          <a:blip r:embed="rId4"/>
          <a:stretch/>
        </p:blipFill>
        <p:spPr bwMode="auto">
          <a:xfrm>
            <a:off x="107949" y="6259513"/>
            <a:ext cx="422275" cy="554037"/>
          </a:xfrm>
          <a:prstGeom prst="rect">
            <a:avLst/>
          </a:prstGeom>
          <a:noFill/>
          <a:ln>
            <a:noFill/>
          </a:ln>
        </p:spPr>
      </p:pic>
      <p:sp>
        <p:nvSpPr>
          <p:cNvPr id="549077866" name="Rectangle 10"/>
          <p:cNvSpPr>
            <a:spLocks noChangeArrowheads="1"/>
          </p:cNvSpPr>
          <p:nvPr/>
        </p:nvSpPr>
        <p:spPr bwMode="auto">
          <a:xfrm>
            <a:off x="6594475" y="2225675"/>
            <a:ext cx="6786563" cy="365125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/>
                <a:cs typeface="Arial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/>
                <a:cs typeface="Arial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/>
                <a:cs typeface="Arial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/>
                <a:cs typeface="Arial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/>
                <a:cs typeface="Arial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  <a:cs typeface="Arial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  <a:cs typeface="Arial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  <a:cs typeface="Arial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  <a:cs typeface="Arial"/>
              </a:defRPr>
            </a:lvl9pPr>
          </a:lstStyle>
          <a:p>
            <a:pPr>
              <a:defRPr/>
            </a:pPr>
            <a:endParaRPr lang="ru-RU"/>
          </a:p>
        </p:txBody>
      </p:sp>
      <p:sp>
        <p:nvSpPr>
          <p:cNvPr id="16818833" name="Rectangle 2"/>
          <p:cNvSpPr txBox="1">
            <a:spLocks noChangeArrowheads="1" noRot="1"/>
          </p:cNvSpPr>
          <p:nvPr/>
        </p:nvSpPr>
        <p:spPr bwMode="auto">
          <a:xfrm>
            <a:off x="468312" y="6259512"/>
            <a:ext cx="8064499" cy="404811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spcBef>
                <a:spcPts val="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Calibri"/>
              </a:defRPr>
            </a:lvl1pPr>
            <a:lvl2pPr marL="742950" indent="-285750">
              <a:spcBef>
                <a:spcPts val="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Calibri"/>
              </a:defRPr>
            </a:lvl2pPr>
            <a:lvl3pPr marL="1143000" indent="-228600">
              <a:spcBef>
                <a:spcPts val="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</a:defRPr>
            </a:lvl3pPr>
            <a:lvl4pPr marL="1600200" indent="-228600">
              <a:spcBef>
                <a:spcPts val="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Calibri"/>
              </a:defRPr>
            </a:lvl4pPr>
            <a:lvl5pPr marL="2057400" indent="-228600">
              <a:spcBef>
                <a:spcPts val="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5pPr>
            <a:lvl6pPr marL="2514599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9pPr>
          </a:lstStyle>
          <a:p>
            <a:pPr algn="ctr">
              <a:lnSpc>
                <a:spcPct val="150000"/>
              </a:lnSpc>
              <a:spcBef>
                <a:spcPts val="0"/>
              </a:spcBef>
              <a:buFontTx/>
              <a:buNone/>
              <a:defRPr/>
            </a:pPr>
            <a:r>
              <a:rPr lang="ru-RU" sz="1800" b="1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Разработка информационно-поисковой системы для выбора учебно-методических изданий кафедры САПРиУ</a:t>
            </a:r>
            <a:endParaRPr/>
          </a:p>
        </p:txBody>
      </p:sp>
      <p:sp>
        <p:nvSpPr>
          <p:cNvPr id="804222750" name="Rectangle 2"/>
          <p:cNvSpPr txBox="1">
            <a:spLocks noChangeArrowheads="1" noRot="1"/>
          </p:cNvSpPr>
          <p:nvPr/>
        </p:nvSpPr>
        <p:spPr bwMode="auto">
          <a:xfrm flipH="0" flipV="0">
            <a:off x="924390" y="6453185"/>
            <a:ext cx="965606" cy="404811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spcBef>
                <a:spcPts val="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Calibri"/>
              </a:defRPr>
            </a:lvl1pPr>
            <a:lvl2pPr marL="742950" indent="-285750">
              <a:spcBef>
                <a:spcPts val="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Calibri"/>
              </a:defRPr>
            </a:lvl2pPr>
            <a:lvl3pPr marL="1143000" indent="-228600">
              <a:spcBef>
                <a:spcPts val="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</a:defRPr>
            </a:lvl3pPr>
            <a:lvl4pPr marL="1600200" indent="-228600">
              <a:spcBef>
                <a:spcPts val="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Calibri"/>
              </a:defRPr>
            </a:lvl4pPr>
            <a:lvl5pPr marL="2057400" indent="-228600">
              <a:spcBef>
                <a:spcPts val="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5pPr>
            <a:lvl6pPr marL="2514599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9pPr>
          </a:lstStyle>
          <a:p>
            <a:pPr algn="ctr">
              <a:spcBef>
                <a:spcPts val="0"/>
              </a:spcBef>
              <a:buFontTx/>
              <a:buNone/>
              <a:defRPr/>
            </a:pPr>
            <a:r>
              <a:rPr lang="en-US" sz="1800" b="1">
                <a:latin typeface="Times New Roman"/>
                <a:cs typeface="Times New Roman"/>
              </a:rPr>
              <a:t>21</a:t>
            </a:r>
            <a:r>
              <a:rPr lang="ru-RU" sz="1800" b="1">
                <a:latin typeface="Times New Roman"/>
                <a:cs typeface="Times New Roman"/>
              </a:rPr>
              <a:t> / 25</a:t>
            </a:r>
            <a:endParaRPr/>
          </a:p>
        </p:txBody>
      </p:sp>
      <p:sp>
        <p:nvSpPr>
          <p:cNvPr id="585689196" name="Прямоугольник 2"/>
          <p:cNvSpPr>
            <a:spLocks noChangeArrowheads="1"/>
          </p:cNvSpPr>
          <p:nvPr/>
        </p:nvSpPr>
        <p:spPr bwMode="auto">
          <a:xfrm>
            <a:off x="-757236" y="30160"/>
            <a:ext cx="10659555" cy="686159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ts val="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Calibri"/>
              </a:defRPr>
            </a:lvl1pPr>
            <a:lvl2pPr marL="742950" indent="-285750">
              <a:spcBef>
                <a:spcPts val="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Calibri"/>
              </a:defRPr>
            </a:lvl2pPr>
            <a:lvl3pPr marL="1143000" indent="-228600">
              <a:spcBef>
                <a:spcPts val="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</a:defRPr>
            </a:lvl3pPr>
            <a:lvl4pPr marL="1600200" indent="-228600">
              <a:spcBef>
                <a:spcPts val="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Calibri"/>
              </a:defRPr>
            </a:lvl4pPr>
            <a:lvl5pPr marL="2057400" indent="-228600">
              <a:spcBef>
                <a:spcPts val="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5pPr>
            <a:lvl6pPr marL="2514599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9pPr>
          </a:lstStyle>
          <a:p>
            <a:pPr algn="ctr">
              <a:lnSpc>
                <a:spcPct val="150000"/>
              </a:lnSpc>
              <a:spcBef>
                <a:spcPts val="1199"/>
              </a:spcBef>
              <a:spcAft>
                <a:spcPts val="299"/>
              </a:spcAft>
              <a:buSzPts val="1400"/>
              <a:buFont typeface="Arial"/>
              <a:buNone/>
              <a:defRPr/>
            </a:pPr>
            <a:r>
              <a:rPr lang="ru-RU" sz="2600" b="1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Тестирование информационно-поисковой системы</a:t>
            </a:r>
            <a:endParaRPr lang="ru-RU" sz="2600" b="1">
              <a:latin typeface="Cambria"/>
              <a:ea typeface="Times New Roman"/>
            </a:endParaRPr>
          </a:p>
        </p:txBody>
      </p:sp>
      <p:pic>
        <p:nvPicPr>
          <p:cNvPr id="2069253584" name=""/>
          <p:cNvPicPr>
            <a:picLocks noChangeAspect="1"/>
          </p:cNvPicPr>
          <p:nvPr/>
        </p:nvPicPr>
        <p:blipFill>
          <a:blip r:embed="rId5"/>
          <a:srcRect l="0" t="0" r="58306" b="0"/>
          <a:stretch/>
        </p:blipFill>
        <p:spPr bwMode="auto">
          <a:xfrm rot="0" flipH="0" flipV="0">
            <a:off x="1407192" y="1071211"/>
            <a:ext cx="3901957" cy="4935178"/>
          </a:xfrm>
          <a:prstGeom prst="rect">
            <a:avLst/>
          </a:prstGeom>
        </p:spPr>
      </p:pic>
      <p:sp>
        <p:nvSpPr>
          <p:cNvPr id="1282856161" name=""/>
          <p:cNvSpPr txBox="1"/>
          <p:nvPr/>
        </p:nvSpPr>
        <p:spPr bwMode="auto">
          <a:xfrm rot="0" flipH="0" flipV="0">
            <a:off x="283860" y="573445"/>
            <a:ext cx="8555265" cy="80503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800" b="0">
                <a:latin typeface="Times New Roman"/>
                <a:ea typeface="Times New Roman"/>
                <a:cs typeface="Times New Roman"/>
              </a:rPr>
              <a:t>Отображение таблицы авторов с сортировкой значений в обратном алфавитном порядке</a:t>
            </a:r>
            <a:endParaRPr lang="ru-RU" sz="1200" b="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693530298" name=""/>
          <p:cNvPicPr>
            <a:picLocks noChangeAspect="1"/>
          </p:cNvPicPr>
          <p:nvPr/>
        </p:nvPicPr>
        <p:blipFill>
          <a:blip r:embed="rId6"/>
          <a:srcRect l="42495" t="38732" r="43081" b="32330"/>
          <a:stretch/>
        </p:blipFill>
        <p:spPr bwMode="auto">
          <a:xfrm rot="0" flipH="0" flipV="0">
            <a:off x="6115463" y="3213269"/>
            <a:ext cx="2417347" cy="2565073"/>
          </a:xfrm>
          <a:prstGeom prst="rect">
            <a:avLst/>
          </a:prstGeom>
        </p:spPr>
      </p:pic>
      <p:sp>
        <p:nvSpPr>
          <p:cNvPr id="1114048224" name=""/>
          <p:cNvSpPr txBox="1"/>
          <p:nvPr/>
        </p:nvSpPr>
        <p:spPr bwMode="auto">
          <a:xfrm rot="0" flipH="0" flipV="0">
            <a:off x="5927760" y="2408237"/>
            <a:ext cx="2910645" cy="80503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800" b="0">
                <a:latin typeface="Times New Roman"/>
                <a:ea typeface="Times New Roman"/>
                <a:cs typeface="Times New Roman"/>
              </a:rPr>
              <a:t>Пример вывода сообщения о работе программы</a:t>
            </a:r>
            <a:endParaRPr lang="ru-RU" sz="1200" b="0"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88488865" name="Picture 6" descr="Логотип_САПРиУ"/>
          <p:cNvPicPr>
            <a:picLocks noChangeAspect="1" noChangeArrowheads="1"/>
          </p:cNvPicPr>
          <p:nvPr/>
        </p:nvPicPr>
        <p:blipFill>
          <a:blip r:embed="rId3"/>
          <a:srcRect l="3600" t="10747" r="34196" b="37616"/>
          <a:stretch/>
        </p:blipFill>
        <p:spPr bwMode="auto">
          <a:xfrm>
            <a:off x="8532812" y="6348412"/>
            <a:ext cx="611186" cy="5095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2465753" name="Picture 6" descr="spbgti_logo.png"/>
          <p:cNvPicPr>
            <a:picLocks noChangeAspect="1" noChangeArrowheads="1"/>
          </p:cNvPicPr>
          <p:nvPr/>
        </p:nvPicPr>
        <p:blipFill>
          <a:blip r:embed="rId4"/>
          <a:stretch/>
        </p:blipFill>
        <p:spPr bwMode="auto">
          <a:xfrm>
            <a:off x="107948" y="6259512"/>
            <a:ext cx="422274" cy="554036"/>
          </a:xfrm>
          <a:prstGeom prst="rect">
            <a:avLst/>
          </a:prstGeom>
          <a:noFill/>
          <a:ln>
            <a:noFill/>
          </a:ln>
        </p:spPr>
      </p:pic>
      <p:sp>
        <p:nvSpPr>
          <p:cNvPr id="1553165209" name="Rectangle 5"/>
          <p:cNvSpPr>
            <a:spLocks noChangeArrowheads="1"/>
          </p:cNvSpPr>
          <p:nvPr/>
        </p:nvSpPr>
        <p:spPr bwMode="auto">
          <a:xfrm>
            <a:off x="536574" y="1697037"/>
            <a:ext cx="9753599" cy="46036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>
            <a:spAutoFit/>
          </a:bodyPr>
          <a:lstStyle>
            <a:lvl1pPr>
              <a:spcBef>
                <a:spcPts val="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Calibri"/>
              </a:defRPr>
            </a:lvl1pPr>
            <a:lvl2pPr marL="742950" indent="-285750">
              <a:spcBef>
                <a:spcPts val="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Calibri"/>
              </a:defRPr>
            </a:lvl2pPr>
            <a:lvl3pPr marL="1143000" indent="-228600">
              <a:spcBef>
                <a:spcPts val="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</a:defRPr>
            </a:lvl3pPr>
            <a:lvl4pPr marL="1600200" indent="-228600">
              <a:spcBef>
                <a:spcPts val="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Calibri"/>
              </a:defRPr>
            </a:lvl4pPr>
            <a:lvl5pPr marL="2057400" indent="-228600">
              <a:spcBef>
                <a:spcPts val="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5pPr>
            <a:lvl6pPr marL="2514599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9pPr>
          </a:lstStyle>
          <a:p>
            <a:pPr>
              <a:spcBef>
                <a:spcPts val="0"/>
              </a:spcBef>
              <a:buFontTx/>
              <a:buNone/>
              <a:defRPr/>
            </a:pPr>
            <a:endParaRPr lang="ru-RU" sz="1800">
              <a:latin typeface="Arial"/>
            </a:endParaRPr>
          </a:p>
        </p:txBody>
      </p:sp>
      <p:sp>
        <p:nvSpPr>
          <p:cNvPr id="1681297454" name="Rectangle 10"/>
          <p:cNvSpPr>
            <a:spLocks noChangeArrowheads="1"/>
          </p:cNvSpPr>
          <p:nvPr/>
        </p:nvSpPr>
        <p:spPr bwMode="auto">
          <a:xfrm>
            <a:off x="6594474" y="2225674"/>
            <a:ext cx="6786562" cy="365124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/>
                <a:cs typeface="Arial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/>
                <a:cs typeface="Arial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/>
                <a:cs typeface="Arial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/>
                <a:cs typeface="Arial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/>
                <a:cs typeface="Arial"/>
              </a:defRPr>
            </a:lvl5pPr>
            <a:lvl6pPr marL="2514599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  <a:cs typeface="Arial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  <a:cs typeface="Arial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  <a:cs typeface="Arial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  <a:cs typeface="Arial"/>
              </a:defRPr>
            </a:lvl9pPr>
          </a:lstStyle>
          <a:p>
            <a:pPr>
              <a:defRPr/>
            </a:pPr>
            <a:endParaRPr lang="ru-RU"/>
          </a:p>
        </p:txBody>
      </p:sp>
      <p:sp>
        <p:nvSpPr>
          <p:cNvPr id="1989160420" name="Rectangle 2"/>
          <p:cNvSpPr txBox="1">
            <a:spLocks noChangeArrowheads="1" noRot="1"/>
          </p:cNvSpPr>
          <p:nvPr/>
        </p:nvSpPr>
        <p:spPr bwMode="auto">
          <a:xfrm>
            <a:off x="468311" y="6259511"/>
            <a:ext cx="8064498" cy="404811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spcBef>
                <a:spcPts val="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Calibri"/>
              </a:defRPr>
            </a:lvl1pPr>
            <a:lvl2pPr marL="742950" indent="-285750">
              <a:spcBef>
                <a:spcPts val="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Calibri"/>
              </a:defRPr>
            </a:lvl2pPr>
            <a:lvl3pPr marL="1143000" indent="-228600">
              <a:spcBef>
                <a:spcPts val="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</a:defRPr>
            </a:lvl3pPr>
            <a:lvl4pPr marL="1600200" indent="-228600">
              <a:spcBef>
                <a:spcPts val="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Calibri"/>
              </a:defRPr>
            </a:lvl4pPr>
            <a:lvl5pPr marL="2057400" indent="-228600">
              <a:spcBef>
                <a:spcPts val="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5pPr>
            <a:lvl6pPr marL="2514598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9pPr>
          </a:lstStyle>
          <a:p>
            <a:pPr algn="ctr">
              <a:lnSpc>
                <a:spcPct val="150000"/>
              </a:lnSpc>
              <a:spcBef>
                <a:spcPts val="0"/>
              </a:spcBef>
              <a:buFontTx/>
              <a:buNone/>
              <a:defRPr/>
            </a:pPr>
            <a:r>
              <a:rPr lang="ru-RU" sz="1800" b="1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Разработка информационно-поисковой системы для выбора учебно-методических изданий кафедры САПРиУ</a:t>
            </a:r>
            <a:endParaRPr/>
          </a:p>
        </p:txBody>
      </p:sp>
      <p:sp>
        <p:nvSpPr>
          <p:cNvPr id="558171101" name="Rectangle 2"/>
          <p:cNvSpPr txBox="1">
            <a:spLocks noChangeArrowheads="1" noRot="1"/>
          </p:cNvSpPr>
          <p:nvPr/>
        </p:nvSpPr>
        <p:spPr bwMode="auto">
          <a:xfrm flipH="0" flipV="0">
            <a:off x="924390" y="6453184"/>
            <a:ext cx="965605" cy="404811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spcBef>
                <a:spcPts val="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Calibri"/>
              </a:defRPr>
            </a:lvl1pPr>
            <a:lvl2pPr marL="742950" indent="-285750">
              <a:spcBef>
                <a:spcPts val="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Calibri"/>
              </a:defRPr>
            </a:lvl2pPr>
            <a:lvl3pPr marL="1143000" indent="-228600">
              <a:spcBef>
                <a:spcPts val="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</a:defRPr>
            </a:lvl3pPr>
            <a:lvl4pPr marL="1600200" indent="-228600">
              <a:spcBef>
                <a:spcPts val="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Calibri"/>
              </a:defRPr>
            </a:lvl4pPr>
            <a:lvl5pPr marL="2057400" indent="-228600">
              <a:spcBef>
                <a:spcPts val="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5pPr>
            <a:lvl6pPr marL="2514598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9pPr>
          </a:lstStyle>
          <a:p>
            <a:pPr algn="ctr">
              <a:spcBef>
                <a:spcPts val="0"/>
              </a:spcBef>
              <a:buFontTx/>
              <a:buNone/>
              <a:defRPr/>
            </a:pPr>
            <a:r>
              <a:rPr lang="en-US" sz="1800" b="1">
                <a:latin typeface="Times New Roman"/>
                <a:cs typeface="Times New Roman"/>
              </a:rPr>
              <a:t>2</a:t>
            </a:r>
            <a:r>
              <a:rPr lang="ru-RU" sz="1800" b="1">
                <a:latin typeface="Times New Roman"/>
                <a:cs typeface="Times New Roman"/>
              </a:rPr>
              <a:t>2</a:t>
            </a:r>
            <a:r>
              <a:rPr lang="ru-RU" sz="1800" b="1">
                <a:latin typeface="Times New Roman"/>
                <a:cs typeface="Times New Roman"/>
              </a:rPr>
              <a:t> / 25</a:t>
            </a:r>
            <a:endParaRPr/>
          </a:p>
        </p:txBody>
      </p:sp>
      <p:sp>
        <p:nvSpPr>
          <p:cNvPr id="1516111666" name="Прямоугольник 2"/>
          <p:cNvSpPr>
            <a:spLocks noChangeArrowheads="1"/>
          </p:cNvSpPr>
          <p:nvPr/>
        </p:nvSpPr>
        <p:spPr bwMode="auto">
          <a:xfrm>
            <a:off x="-757236" y="30160"/>
            <a:ext cx="10659555" cy="686159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ts val="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Calibri"/>
              </a:defRPr>
            </a:lvl1pPr>
            <a:lvl2pPr marL="742950" indent="-285750">
              <a:spcBef>
                <a:spcPts val="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Calibri"/>
              </a:defRPr>
            </a:lvl2pPr>
            <a:lvl3pPr marL="1143000" indent="-228600">
              <a:spcBef>
                <a:spcPts val="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</a:defRPr>
            </a:lvl3pPr>
            <a:lvl4pPr marL="1600200" indent="-228600">
              <a:spcBef>
                <a:spcPts val="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Calibri"/>
              </a:defRPr>
            </a:lvl4pPr>
            <a:lvl5pPr marL="2057400" indent="-228600">
              <a:spcBef>
                <a:spcPts val="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5pPr>
            <a:lvl6pPr marL="2514599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9pPr>
          </a:lstStyle>
          <a:p>
            <a:pPr algn="ctr">
              <a:lnSpc>
                <a:spcPct val="150000"/>
              </a:lnSpc>
              <a:spcBef>
                <a:spcPts val="1199"/>
              </a:spcBef>
              <a:spcAft>
                <a:spcPts val="299"/>
              </a:spcAft>
              <a:buSzPts val="1400"/>
              <a:buFont typeface="Arial"/>
              <a:buNone/>
              <a:defRPr/>
            </a:pPr>
            <a:r>
              <a:rPr lang="ru-RU" sz="2600" b="1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Тестирование информационно-поисковой системы</a:t>
            </a:r>
            <a:endParaRPr lang="ru-RU" sz="2600" b="1">
              <a:latin typeface="Cambria"/>
              <a:ea typeface="Times New Roman"/>
            </a:endParaRPr>
          </a:p>
        </p:txBody>
      </p:sp>
      <p:pic>
        <p:nvPicPr>
          <p:cNvPr id="555109965" name=""/>
          <p:cNvPicPr>
            <a:picLocks noChangeAspect="1"/>
          </p:cNvPicPr>
          <p:nvPr/>
        </p:nvPicPr>
        <p:blipFill>
          <a:blip r:embed="rId5"/>
          <a:srcRect l="0" t="7957" r="0" b="53857"/>
          <a:stretch/>
        </p:blipFill>
        <p:spPr bwMode="auto">
          <a:xfrm rot="0" flipH="0" flipV="0">
            <a:off x="397605" y="940528"/>
            <a:ext cx="8135206" cy="1650270"/>
          </a:xfrm>
          <a:prstGeom prst="rect">
            <a:avLst/>
          </a:prstGeom>
        </p:spPr>
      </p:pic>
      <p:pic>
        <p:nvPicPr>
          <p:cNvPr id="921536577" name=""/>
          <p:cNvPicPr>
            <a:picLocks noChangeAspect="1"/>
          </p:cNvPicPr>
          <p:nvPr/>
        </p:nvPicPr>
        <p:blipFill>
          <a:blip r:embed="rId6"/>
          <a:srcRect l="0" t="11965" r="73957" b="32227"/>
          <a:stretch/>
        </p:blipFill>
        <p:spPr bwMode="auto">
          <a:xfrm rot="0" flipH="0" flipV="0">
            <a:off x="3162578" y="2686050"/>
            <a:ext cx="2675966" cy="3046412"/>
          </a:xfrm>
          <a:prstGeom prst="rect">
            <a:avLst/>
          </a:prstGeom>
        </p:spPr>
      </p:pic>
      <p:sp>
        <p:nvSpPr>
          <p:cNvPr id="378230578" name=""/>
          <p:cNvSpPr txBox="1"/>
          <p:nvPr/>
        </p:nvSpPr>
        <p:spPr bwMode="auto">
          <a:xfrm rot="0" flipH="0" flipV="0">
            <a:off x="107948" y="492112"/>
            <a:ext cx="7620758" cy="44841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800" b="0">
                <a:latin typeface="Times New Roman"/>
                <a:ea typeface="Times New Roman"/>
                <a:cs typeface="Times New Roman"/>
              </a:rPr>
              <a:t>Пример автоматического добавления автора в базу данных</a:t>
            </a:r>
            <a:endParaRPr lang="ru-RU" sz="1200" b="0"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08647362" name="Picture 6" descr="Логотип_САПРиУ"/>
          <p:cNvPicPr>
            <a:picLocks noChangeAspect="1" noChangeArrowheads="1"/>
          </p:cNvPicPr>
          <p:nvPr/>
        </p:nvPicPr>
        <p:blipFill>
          <a:blip r:embed="rId3"/>
          <a:srcRect l="3600" t="10747" r="34196" b="37616"/>
          <a:stretch/>
        </p:blipFill>
        <p:spPr bwMode="auto">
          <a:xfrm>
            <a:off x="8532813" y="6348413"/>
            <a:ext cx="611187" cy="509587"/>
          </a:xfrm>
          <a:prstGeom prst="rect">
            <a:avLst/>
          </a:prstGeom>
          <a:noFill/>
          <a:ln>
            <a:noFill/>
          </a:ln>
        </p:spPr>
      </p:pic>
      <p:pic>
        <p:nvPicPr>
          <p:cNvPr id="903255815" name="Picture 6" descr="spbgti_logo.png"/>
          <p:cNvPicPr>
            <a:picLocks noChangeAspect="1" noChangeArrowheads="1"/>
          </p:cNvPicPr>
          <p:nvPr/>
        </p:nvPicPr>
        <p:blipFill>
          <a:blip r:embed="rId4"/>
          <a:stretch/>
        </p:blipFill>
        <p:spPr bwMode="auto">
          <a:xfrm>
            <a:off x="107949" y="6259513"/>
            <a:ext cx="422275" cy="554037"/>
          </a:xfrm>
          <a:prstGeom prst="rect">
            <a:avLst/>
          </a:prstGeom>
          <a:noFill/>
          <a:ln>
            <a:noFill/>
          </a:ln>
        </p:spPr>
      </p:pic>
      <p:sp>
        <p:nvSpPr>
          <p:cNvPr id="1655584246" name="Прямоугольник 2"/>
          <p:cNvSpPr>
            <a:spLocks noChangeArrowheads="1"/>
          </p:cNvSpPr>
          <p:nvPr/>
        </p:nvSpPr>
        <p:spPr bwMode="auto">
          <a:xfrm>
            <a:off x="-757237" y="-41274"/>
            <a:ext cx="10658476" cy="498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ts val="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Calibri"/>
              </a:defRPr>
            </a:lvl1pPr>
            <a:lvl2pPr marL="742950" indent="-285750">
              <a:spcBef>
                <a:spcPts val="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Calibri"/>
              </a:defRPr>
            </a:lvl2pPr>
            <a:lvl3pPr marL="1143000" indent="-228600">
              <a:spcBef>
                <a:spcPts val="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</a:defRPr>
            </a:lvl3pPr>
            <a:lvl4pPr marL="1600200" indent="-228600">
              <a:spcBef>
                <a:spcPts val="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Calibri"/>
              </a:defRPr>
            </a:lvl4pPr>
            <a:lvl5pPr marL="2057400" indent="-228600">
              <a:spcBef>
                <a:spcPts val="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9pPr>
          </a:lstStyle>
          <a:p>
            <a:pPr algn="ctr">
              <a:lnSpc>
                <a:spcPct val="150000"/>
              </a:lnSpc>
              <a:spcBef>
                <a:spcPts val="1200"/>
              </a:spcBef>
              <a:spcAft>
                <a:spcPts val="300"/>
              </a:spcAft>
              <a:buSzPts val="1400"/>
              <a:buFont typeface="Arial"/>
              <a:buNone/>
              <a:defRPr/>
            </a:pPr>
            <a:r>
              <a:rPr lang="ru-RU" sz="2000" b="1">
                <a:latin typeface="Times New Roman"/>
                <a:ea typeface="Calibri"/>
              </a:rPr>
              <a:t>Характеристика программного и аппаратного обеспечения</a:t>
            </a:r>
            <a:endParaRPr lang="ru-RU" sz="2000" b="1">
              <a:latin typeface="Cambria"/>
              <a:ea typeface="Times New Roman"/>
            </a:endParaRPr>
          </a:p>
        </p:txBody>
      </p:sp>
      <p:sp>
        <p:nvSpPr>
          <p:cNvPr id="91066273" name="Rectangle 2"/>
          <p:cNvSpPr txBox="1">
            <a:spLocks noChangeArrowheads="1" noRot="1"/>
          </p:cNvSpPr>
          <p:nvPr/>
        </p:nvSpPr>
        <p:spPr bwMode="auto">
          <a:xfrm>
            <a:off x="468312" y="6259512"/>
            <a:ext cx="8064499" cy="404811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spcBef>
                <a:spcPts val="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Calibri"/>
              </a:defRPr>
            </a:lvl1pPr>
            <a:lvl2pPr marL="742950" indent="-285750">
              <a:spcBef>
                <a:spcPts val="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Calibri"/>
              </a:defRPr>
            </a:lvl2pPr>
            <a:lvl3pPr marL="1143000" indent="-228600">
              <a:spcBef>
                <a:spcPts val="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</a:defRPr>
            </a:lvl3pPr>
            <a:lvl4pPr marL="1600200" indent="-228600">
              <a:spcBef>
                <a:spcPts val="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Calibri"/>
              </a:defRPr>
            </a:lvl4pPr>
            <a:lvl5pPr marL="2057400" indent="-228600">
              <a:spcBef>
                <a:spcPts val="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5pPr>
            <a:lvl6pPr marL="2514599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9pPr>
          </a:lstStyle>
          <a:p>
            <a:pPr algn="ctr">
              <a:lnSpc>
                <a:spcPct val="150000"/>
              </a:lnSpc>
              <a:spcBef>
                <a:spcPts val="0"/>
              </a:spcBef>
              <a:buFontTx/>
              <a:buNone/>
              <a:defRPr/>
            </a:pPr>
            <a:r>
              <a:rPr lang="ru-RU" sz="1800" b="1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Разработка информационно-поисковой системы для выбора учебно-методических изданий кафедры САПРиУ</a:t>
            </a:r>
            <a:endParaRPr/>
          </a:p>
        </p:txBody>
      </p:sp>
      <p:sp>
        <p:nvSpPr>
          <p:cNvPr id="796333785" name="Rectangle 2"/>
          <p:cNvSpPr txBox="1">
            <a:spLocks noChangeArrowheads="1" noRot="1"/>
          </p:cNvSpPr>
          <p:nvPr/>
        </p:nvSpPr>
        <p:spPr bwMode="auto">
          <a:xfrm flipH="0" flipV="0">
            <a:off x="924390" y="6453185"/>
            <a:ext cx="965606" cy="404811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spcBef>
                <a:spcPts val="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Calibri"/>
              </a:defRPr>
            </a:lvl1pPr>
            <a:lvl2pPr marL="742950" indent="-285750">
              <a:spcBef>
                <a:spcPts val="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Calibri"/>
              </a:defRPr>
            </a:lvl2pPr>
            <a:lvl3pPr marL="1143000" indent="-228600">
              <a:spcBef>
                <a:spcPts val="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</a:defRPr>
            </a:lvl3pPr>
            <a:lvl4pPr marL="1600200" indent="-228600">
              <a:spcBef>
                <a:spcPts val="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Calibri"/>
              </a:defRPr>
            </a:lvl4pPr>
            <a:lvl5pPr marL="2057400" indent="-228600">
              <a:spcBef>
                <a:spcPts val="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5pPr>
            <a:lvl6pPr marL="2514599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9pPr>
          </a:lstStyle>
          <a:p>
            <a:pPr algn="ctr">
              <a:spcBef>
                <a:spcPts val="0"/>
              </a:spcBef>
              <a:buFontTx/>
              <a:buNone/>
              <a:defRPr/>
            </a:pPr>
            <a:r>
              <a:rPr lang="en-US" sz="1800" b="1">
                <a:latin typeface="Times New Roman"/>
                <a:cs typeface="Times New Roman"/>
              </a:rPr>
              <a:t>2</a:t>
            </a:r>
            <a:r>
              <a:rPr lang="ru-RU" sz="1800" b="1">
                <a:latin typeface="Times New Roman"/>
                <a:cs typeface="Times New Roman"/>
              </a:rPr>
              <a:t>3</a:t>
            </a:r>
            <a:r>
              <a:rPr lang="ru-RU" sz="1800" b="1">
                <a:latin typeface="Times New Roman"/>
                <a:cs typeface="Times New Roman"/>
              </a:rPr>
              <a:t> / 25</a:t>
            </a:r>
            <a:endParaRPr/>
          </a:p>
        </p:txBody>
      </p:sp>
      <p:pic>
        <p:nvPicPr>
          <p:cNvPr id="402832779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2484781" y="269874"/>
            <a:ext cx="4168467" cy="58737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22851450" name="Picture 6" descr="Логотип_САПРиУ"/>
          <p:cNvPicPr>
            <a:picLocks noChangeAspect="1" noChangeArrowheads="1"/>
          </p:cNvPicPr>
          <p:nvPr/>
        </p:nvPicPr>
        <p:blipFill>
          <a:blip r:embed="rId3"/>
          <a:srcRect l="3600" t="10747" r="34196" b="37616"/>
          <a:stretch/>
        </p:blipFill>
        <p:spPr bwMode="auto">
          <a:xfrm>
            <a:off x="8532813" y="6348413"/>
            <a:ext cx="611187" cy="5095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970573" name="Picture 6" descr="spbgti_logo.png"/>
          <p:cNvPicPr>
            <a:picLocks noChangeAspect="1" noChangeArrowheads="1"/>
          </p:cNvPicPr>
          <p:nvPr/>
        </p:nvPicPr>
        <p:blipFill>
          <a:blip r:embed="rId4"/>
          <a:stretch/>
        </p:blipFill>
        <p:spPr bwMode="auto">
          <a:xfrm>
            <a:off x="107949" y="6259513"/>
            <a:ext cx="422275" cy="554037"/>
          </a:xfrm>
          <a:prstGeom prst="rect">
            <a:avLst/>
          </a:prstGeom>
          <a:noFill/>
          <a:ln>
            <a:noFill/>
          </a:ln>
        </p:spPr>
      </p:pic>
      <p:sp>
        <p:nvSpPr>
          <p:cNvPr id="862881721" name="Прямоугольник 2"/>
          <p:cNvSpPr>
            <a:spLocks noChangeArrowheads="1"/>
          </p:cNvSpPr>
          <p:nvPr/>
        </p:nvSpPr>
        <p:spPr bwMode="auto">
          <a:xfrm flipH="0" flipV="0">
            <a:off x="0" y="121323"/>
            <a:ext cx="9144720" cy="64044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ts val="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Calibri"/>
              </a:defRPr>
            </a:lvl1pPr>
            <a:lvl2pPr marL="742950" indent="-285750">
              <a:spcBef>
                <a:spcPts val="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Calibri"/>
              </a:defRPr>
            </a:lvl2pPr>
            <a:lvl3pPr marL="1143000" indent="-228600">
              <a:spcBef>
                <a:spcPts val="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</a:defRPr>
            </a:lvl3pPr>
            <a:lvl4pPr marL="1600200" indent="-228600">
              <a:spcBef>
                <a:spcPts val="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Calibri"/>
              </a:defRPr>
            </a:lvl4pPr>
            <a:lvl5pPr marL="2057400" indent="-228600">
              <a:spcBef>
                <a:spcPts val="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9pPr>
          </a:lstStyle>
          <a:p>
            <a:pPr algn="ctr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Font typeface="Arial"/>
              <a:buNone/>
              <a:defRPr/>
            </a:pPr>
            <a:r>
              <a:rPr lang="ru-RU" sz="2400">
                <a:latin typeface="Times New Roman"/>
                <a:ea typeface="Times New Roman"/>
              </a:rPr>
              <a:t>ВЫВОДЫ</a:t>
            </a:r>
            <a:endParaRPr lang="ru-RU" sz="2800" b="1">
              <a:latin typeface="Cambria"/>
              <a:ea typeface="Times New Roman"/>
            </a:endParaRPr>
          </a:p>
        </p:txBody>
      </p:sp>
      <p:sp>
        <p:nvSpPr>
          <p:cNvPr id="1781281907" name="Прямоугольник 1"/>
          <p:cNvSpPr>
            <a:spLocks noChangeArrowheads="1"/>
          </p:cNvSpPr>
          <p:nvPr/>
        </p:nvSpPr>
        <p:spPr bwMode="auto">
          <a:xfrm>
            <a:off x="107949" y="844550"/>
            <a:ext cx="8891588" cy="3762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indent="449263">
              <a:spcBef>
                <a:spcPts val="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Calibri"/>
              </a:defRPr>
            </a:lvl1pPr>
            <a:lvl2pPr marL="742950" indent="-285750">
              <a:spcBef>
                <a:spcPts val="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Calibri"/>
              </a:defRPr>
            </a:lvl2pPr>
            <a:lvl3pPr marL="1143000" indent="-228600">
              <a:spcBef>
                <a:spcPts val="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</a:defRPr>
            </a:lvl3pPr>
            <a:lvl4pPr marL="1600200" indent="-228600">
              <a:spcBef>
                <a:spcPts val="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Calibri"/>
              </a:defRPr>
            </a:lvl4pPr>
            <a:lvl5pPr marL="2057400" indent="-228600">
              <a:spcBef>
                <a:spcPts val="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9pPr>
          </a:lstStyle>
          <a:p>
            <a:pPr algn="just">
              <a:lnSpc>
                <a:spcPct val="150000"/>
              </a:lnSpc>
              <a:spcBef>
                <a:spcPts val="0"/>
              </a:spcBef>
              <a:buFontTx/>
              <a:buNone/>
              <a:defRPr/>
            </a:pPr>
            <a:endParaRPr lang="ru-RU" sz="140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1781258599" name="Rectangle 5"/>
          <p:cNvSpPr>
            <a:spLocks noChangeArrowheads="1"/>
          </p:cNvSpPr>
          <p:nvPr/>
        </p:nvSpPr>
        <p:spPr bwMode="auto">
          <a:xfrm>
            <a:off x="536575" y="1697038"/>
            <a:ext cx="9753600" cy="46037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>
            <a:spAutoFit/>
          </a:bodyPr>
          <a:lstStyle>
            <a:lvl1pPr>
              <a:spcBef>
                <a:spcPts val="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Calibri"/>
              </a:defRPr>
            </a:lvl1pPr>
            <a:lvl2pPr marL="742950" indent="-285750">
              <a:spcBef>
                <a:spcPts val="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Calibri"/>
              </a:defRPr>
            </a:lvl2pPr>
            <a:lvl3pPr marL="1143000" indent="-228600">
              <a:spcBef>
                <a:spcPts val="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</a:defRPr>
            </a:lvl3pPr>
            <a:lvl4pPr marL="1600200" indent="-228600">
              <a:spcBef>
                <a:spcPts val="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Calibri"/>
              </a:defRPr>
            </a:lvl4pPr>
            <a:lvl5pPr marL="2057400" indent="-228600">
              <a:spcBef>
                <a:spcPts val="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9pPr>
          </a:lstStyle>
          <a:p>
            <a:pPr>
              <a:spcBef>
                <a:spcPts val="0"/>
              </a:spcBef>
              <a:buFontTx/>
              <a:buNone/>
              <a:defRPr/>
            </a:pPr>
            <a:endParaRPr lang="ru-RU" sz="1800">
              <a:latin typeface="Arial"/>
            </a:endParaRPr>
          </a:p>
        </p:txBody>
      </p:sp>
      <p:sp>
        <p:nvSpPr>
          <p:cNvPr id="495591556" name="Rectangle 2"/>
          <p:cNvSpPr>
            <a:spLocks noChangeArrowheads="1"/>
          </p:cNvSpPr>
          <p:nvPr/>
        </p:nvSpPr>
        <p:spPr bwMode="auto">
          <a:xfrm>
            <a:off x="-142875" y="765175"/>
            <a:ext cx="9904413" cy="0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>
            <a:spAutoFit/>
          </a:bodyPr>
          <a:lstStyle>
            <a:lvl1pPr>
              <a:spcBef>
                <a:spcPts val="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Calibri"/>
              </a:defRPr>
            </a:lvl1pPr>
            <a:lvl2pPr marL="742950" indent="-285750">
              <a:spcBef>
                <a:spcPts val="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Calibri"/>
              </a:defRPr>
            </a:lvl2pPr>
            <a:lvl3pPr marL="1143000" indent="-228600">
              <a:spcBef>
                <a:spcPts val="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</a:defRPr>
            </a:lvl3pPr>
            <a:lvl4pPr marL="1600200" indent="-228600">
              <a:spcBef>
                <a:spcPts val="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Calibri"/>
              </a:defRPr>
            </a:lvl4pPr>
            <a:lvl5pPr marL="2057400" indent="-228600">
              <a:spcBef>
                <a:spcPts val="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9pPr>
          </a:lstStyle>
          <a:p>
            <a:pPr>
              <a:spcBef>
                <a:spcPts val="0"/>
              </a:spcBef>
              <a:buFontTx/>
              <a:buNone/>
              <a:defRPr/>
            </a:pPr>
            <a:endParaRPr lang="ru-RU" sz="1800">
              <a:latin typeface="Arial"/>
            </a:endParaRPr>
          </a:p>
        </p:txBody>
      </p:sp>
      <p:sp>
        <p:nvSpPr>
          <p:cNvPr id="392754947" name="Rectangle 5"/>
          <p:cNvSpPr>
            <a:spLocks noChangeArrowheads="1"/>
          </p:cNvSpPr>
          <p:nvPr/>
        </p:nvSpPr>
        <p:spPr bwMode="auto">
          <a:xfrm>
            <a:off x="1619250" y="1200150"/>
            <a:ext cx="10352088" cy="46038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/>
                <a:cs typeface="Arial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/>
                <a:cs typeface="Arial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/>
                <a:cs typeface="Arial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/>
                <a:cs typeface="Arial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/>
                <a:cs typeface="Arial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  <a:cs typeface="Arial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  <a:cs typeface="Arial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  <a:cs typeface="Arial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  <a:cs typeface="Arial"/>
              </a:defRPr>
            </a:lvl9pPr>
          </a:lstStyle>
          <a:p>
            <a:pPr>
              <a:defRPr/>
            </a:pPr>
            <a:endParaRPr lang="ru-RU"/>
          </a:p>
        </p:txBody>
      </p:sp>
      <p:sp>
        <p:nvSpPr>
          <p:cNvPr id="1000196357" name="Rectangle 4"/>
          <p:cNvSpPr>
            <a:spLocks noChangeArrowheads="1"/>
          </p:cNvSpPr>
          <p:nvPr/>
        </p:nvSpPr>
        <p:spPr bwMode="auto">
          <a:xfrm>
            <a:off x="144463" y="590549"/>
            <a:ext cx="9144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/>
                <a:cs typeface="Arial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/>
                <a:cs typeface="Arial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/>
                <a:cs typeface="Arial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/>
                <a:cs typeface="Arial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/>
                <a:cs typeface="Arial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  <a:cs typeface="Arial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  <a:cs typeface="Arial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  <a:cs typeface="Arial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  <a:cs typeface="Arial"/>
              </a:defRPr>
            </a:lvl9pPr>
          </a:lstStyle>
          <a:p>
            <a:pPr>
              <a:defRPr/>
            </a:pPr>
            <a:endParaRPr lang="ru-RU"/>
          </a:p>
        </p:txBody>
      </p:sp>
      <p:sp>
        <p:nvSpPr>
          <p:cNvPr id="508966777" name="Rectangle 7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/>
                <a:cs typeface="Arial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/>
                <a:cs typeface="Arial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/>
                <a:cs typeface="Arial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/>
                <a:cs typeface="Arial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/>
                <a:cs typeface="Arial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  <a:cs typeface="Arial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  <a:cs typeface="Arial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  <a:cs typeface="Arial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  <a:cs typeface="Arial"/>
              </a:defRPr>
            </a:lvl9pPr>
          </a:lstStyle>
          <a:p>
            <a:pPr>
              <a:defRPr/>
            </a:pPr>
            <a:endParaRPr lang="ru-RU"/>
          </a:p>
        </p:txBody>
      </p:sp>
      <p:sp>
        <p:nvSpPr>
          <p:cNvPr id="182025632" name="Rectangle 10"/>
          <p:cNvSpPr>
            <a:spLocks noChangeArrowheads="1"/>
          </p:cNvSpPr>
          <p:nvPr/>
        </p:nvSpPr>
        <p:spPr bwMode="auto">
          <a:xfrm>
            <a:off x="6594475" y="2225675"/>
            <a:ext cx="6786563" cy="365125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/>
                <a:cs typeface="Arial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/>
                <a:cs typeface="Arial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/>
                <a:cs typeface="Arial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/>
                <a:cs typeface="Arial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/>
                <a:cs typeface="Arial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  <a:cs typeface="Arial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  <a:cs typeface="Arial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  <a:cs typeface="Arial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  <a:cs typeface="Arial"/>
              </a:defRPr>
            </a:lvl9pPr>
          </a:lstStyle>
          <a:p>
            <a:pPr>
              <a:defRPr/>
            </a:pPr>
            <a:endParaRPr lang="ru-RU"/>
          </a:p>
        </p:txBody>
      </p:sp>
      <p:sp>
        <p:nvSpPr>
          <p:cNvPr id="1639929412" name="Прямоугольник 1"/>
          <p:cNvSpPr/>
          <p:nvPr/>
        </p:nvSpPr>
        <p:spPr bwMode="auto">
          <a:xfrm>
            <a:off x="288923" y="906003"/>
            <a:ext cx="8428314" cy="4846679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/>
                <a:cs typeface="Arial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/>
                <a:cs typeface="Arial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/>
                <a:cs typeface="Arial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/>
                <a:cs typeface="Arial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/>
                <a:cs typeface="Arial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  <a:cs typeface="Arial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  <a:cs typeface="Arial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  <a:cs typeface="Arial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  <a:cs typeface="Arial"/>
              </a:defRPr>
            </a:lvl9pPr>
          </a:lstStyle>
          <a:p>
            <a:pPr algn="just">
              <a:lnSpc>
                <a:spcPct val="130000"/>
              </a:lnSpc>
              <a:defRPr/>
            </a:pPr>
            <a:r>
              <a:rPr lang="ru-RU" sz="20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В ходе прохождения технологической практики была разработана структура данных и клиент-серверная архитектура приложения информационно-поисковой системы для выбора учебно-методических изданий кафедры систем автоматизированного проектирования и управления. </a:t>
            </a:r>
            <a:r>
              <a:rPr lang="ru-RU" sz="2000">
                <a:latin typeface="Times New Roman"/>
                <a:cs typeface="Times New Roman"/>
              </a:rPr>
              <a:t> </a:t>
            </a:r>
            <a:endParaRPr/>
          </a:p>
          <a:p>
            <a:pPr algn="just">
              <a:lnSpc>
                <a:spcPct val="130000"/>
              </a:lnSpc>
              <a:defRPr/>
            </a:pPr>
            <a:endParaRPr lang="ru-RU" sz="2000">
              <a:latin typeface="Times New Roman"/>
              <a:cs typeface="Times New Roman"/>
            </a:endParaRPr>
          </a:p>
          <a:p>
            <a:pPr algn="just">
              <a:lnSpc>
                <a:spcPct val="130000"/>
              </a:lnSpc>
              <a:defRPr/>
            </a:pPr>
            <a:r>
              <a:rPr lang="ru-RU" sz="20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Поставленная цель технологической практики достигнута: разработаны структура данных и клиент-серверная архитектура информационно-поисковой системы для выбора учебно-методических изданий кафедры САПРиУ, что позволяет автоматизировать процессы учета и поиска материалов, сократить время подбора необходимых изданий и повысить эффективность учебно-методической деятельности кафедры.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17288567" name="Rectangle 2"/>
          <p:cNvSpPr txBox="1">
            <a:spLocks noChangeArrowheads="1" noRot="1"/>
          </p:cNvSpPr>
          <p:nvPr/>
        </p:nvSpPr>
        <p:spPr bwMode="auto">
          <a:xfrm>
            <a:off x="468312" y="6259512"/>
            <a:ext cx="8064499" cy="404811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spcBef>
                <a:spcPts val="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Calibri"/>
              </a:defRPr>
            </a:lvl1pPr>
            <a:lvl2pPr marL="742950" indent="-285750">
              <a:spcBef>
                <a:spcPts val="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Calibri"/>
              </a:defRPr>
            </a:lvl2pPr>
            <a:lvl3pPr marL="1143000" indent="-228600">
              <a:spcBef>
                <a:spcPts val="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</a:defRPr>
            </a:lvl3pPr>
            <a:lvl4pPr marL="1600200" indent="-228600">
              <a:spcBef>
                <a:spcPts val="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Calibri"/>
              </a:defRPr>
            </a:lvl4pPr>
            <a:lvl5pPr marL="2057400" indent="-228600">
              <a:spcBef>
                <a:spcPts val="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5pPr>
            <a:lvl6pPr marL="2514599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9pPr>
          </a:lstStyle>
          <a:p>
            <a:pPr algn="ctr">
              <a:lnSpc>
                <a:spcPct val="150000"/>
              </a:lnSpc>
              <a:spcBef>
                <a:spcPts val="0"/>
              </a:spcBef>
              <a:buFontTx/>
              <a:buNone/>
              <a:defRPr/>
            </a:pPr>
            <a:r>
              <a:rPr lang="ru-RU" sz="1800" b="1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Разработка информационно-поисковой системы для выбора учебно-методических изданий кафедры САПРиУ</a:t>
            </a:r>
            <a:endParaRPr/>
          </a:p>
        </p:txBody>
      </p:sp>
      <p:sp>
        <p:nvSpPr>
          <p:cNvPr id="388490884" name="Rectangle 2"/>
          <p:cNvSpPr txBox="1">
            <a:spLocks noChangeArrowheads="1" noRot="1"/>
          </p:cNvSpPr>
          <p:nvPr/>
        </p:nvSpPr>
        <p:spPr bwMode="auto">
          <a:xfrm flipH="0" flipV="0">
            <a:off x="924390" y="6453185"/>
            <a:ext cx="965606" cy="404811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spcBef>
                <a:spcPts val="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Calibri"/>
              </a:defRPr>
            </a:lvl1pPr>
            <a:lvl2pPr marL="742950" indent="-285750">
              <a:spcBef>
                <a:spcPts val="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Calibri"/>
              </a:defRPr>
            </a:lvl2pPr>
            <a:lvl3pPr marL="1143000" indent="-228600">
              <a:spcBef>
                <a:spcPts val="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</a:defRPr>
            </a:lvl3pPr>
            <a:lvl4pPr marL="1600200" indent="-228600">
              <a:spcBef>
                <a:spcPts val="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Calibri"/>
              </a:defRPr>
            </a:lvl4pPr>
            <a:lvl5pPr marL="2057400" indent="-228600">
              <a:spcBef>
                <a:spcPts val="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5pPr>
            <a:lvl6pPr marL="2514599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9pPr>
          </a:lstStyle>
          <a:p>
            <a:pPr algn="ctr">
              <a:spcBef>
                <a:spcPts val="0"/>
              </a:spcBef>
              <a:buFontTx/>
              <a:buNone/>
              <a:defRPr/>
            </a:pPr>
            <a:r>
              <a:rPr lang="en-US" sz="1800" b="1">
                <a:latin typeface="Times New Roman"/>
                <a:cs typeface="Times New Roman"/>
              </a:rPr>
              <a:t>24</a:t>
            </a:r>
            <a:r>
              <a:rPr lang="ru-RU" sz="1800" b="1">
                <a:latin typeface="Times New Roman"/>
                <a:cs typeface="Times New Roman"/>
              </a:rPr>
              <a:t> / 25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84963659" name="Picture 6" descr="Логотип_САПРиУ"/>
          <p:cNvPicPr>
            <a:picLocks noChangeAspect="1" noChangeArrowheads="1"/>
          </p:cNvPicPr>
          <p:nvPr/>
        </p:nvPicPr>
        <p:blipFill>
          <a:blip r:embed="rId3"/>
          <a:srcRect l="3600" t="10747" r="34196" b="37616"/>
          <a:stretch/>
        </p:blipFill>
        <p:spPr bwMode="auto">
          <a:xfrm>
            <a:off x="8532813" y="6348413"/>
            <a:ext cx="611187" cy="5095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1872158" name="Picture 6" descr="spbgti_logo.png"/>
          <p:cNvPicPr>
            <a:picLocks noChangeAspect="1" noChangeArrowheads="1"/>
          </p:cNvPicPr>
          <p:nvPr/>
        </p:nvPicPr>
        <p:blipFill>
          <a:blip r:embed="rId4"/>
          <a:stretch/>
        </p:blipFill>
        <p:spPr bwMode="auto">
          <a:xfrm>
            <a:off x="107949" y="6259513"/>
            <a:ext cx="422275" cy="554037"/>
          </a:xfrm>
          <a:prstGeom prst="rect">
            <a:avLst/>
          </a:prstGeom>
          <a:noFill/>
          <a:ln>
            <a:noFill/>
          </a:ln>
        </p:spPr>
      </p:pic>
      <p:sp>
        <p:nvSpPr>
          <p:cNvPr id="598091787" name="Прямоугольник 2"/>
          <p:cNvSpPr>
            <a:spLocks noChangeArrowheads="1"/>
          </p:cNvSpPr>
          <p:nvPr/>
        </p:nvSpPr>
        <p:spPr bwMode="auto">
          <a:xfrm>
            <a:off x="-757238" y="121324"/>
            <a:ext cx="10658476" cy="57951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ts val="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Calibri"/>
              </a:defRPr>
            </a:lvl1pPr>
            <a:lvl2pPr marL="742950" indent="-285750">
              <a:spcBef>
                <a:spcPts val="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Calibri"/>
              </a:defRPr>
            </a:lvl2pPr>
            <a:lvl3pPr marL="1143000" indent="-228600">
              <a:spcBef>
                <a:spcPts val="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</a:defRPr>
            </a:lvl3pPr>
            <a:lvl4pPr marL="1600200" indent="-228600">
              <a:spcBef>
                <a:spcPts val="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Calibri"/>
              </a:defRPr>
            </a:lvl4pPr>
            <a:lvl5pPr marL="2057400" indent="-228600">
              <a:spcBef>
                <a:spcPts val="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9pPr>
          </a:lstStyle>
          <a:p>
            <a:pPr algn="ctr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Font typeface="Arial"/>
              <a:buNone/>
              <a:defRPr/>
            </a:pPr>
            <a:r>
              <a:rPr lang="ru-RU" sz="2400">
                <a:latin typeface="Times New Roman"/>
                <a:ea typeface="Times New Roman"/>
              </a:rPr>
              <a:t>СПИСОК ИСПОЛЬЗОВАННЫХ ИСТОЧНИКОВ</a:t>
            </a:r>
            <a:endParaRPr lang="ru-RU" sz="2800" b="1">
              <a:latin typeface="Cambria"/>
              <a:ea typeface="Times New Roman"/>
            </a:endParaRPr>
          </a:p>
        </p:txBody>
      </p:sp>
      <p:sp>
        <p:nvSpPr>
          <p:cNvPr id="760776924" name="Прямоугольник 1"/>
          <p:cNvSpPr>
            <a:spLocks noChangeArrowheads="1"/>
          </p:cNvSpPr>
          <p:nvPr/>
        </p:nvSpPr>
        <p:spPr bwMode="auto">
          <a:xfrm>
            <a:off x="107949" y="844550"/>
            <a:ext cx="8891588" cy="3762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indent="449263">
              <a:spcBef>
                <a:spcPts val="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Calibri"/>
              </a:defRPr>
            </a:lvl1pPr>
            <a:lvl2pPr marL="742950" indent="-285750">
              <a:spcBef>
                <a:spcPts val="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Calibri"/>
              </a:defRPr>
            </a:lvl2pPr>
            <a:lvl3pPr marL="1143000" indent="-228600">
              <a:spcBef>
                <a:spcPts val="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</a:defRPr>
            </a:lvl3pPr>
            <a:lvl4pPr marL="1600200" indent="-228600">
              <a:spcBef>
                <a:spcPts val="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Calibri"/>
              </a:defRPr>
            </a:lvl4pPr>
            <a:lvl5pPr marL="2057400" indent="-228600">
              <a:spcBef>
                <a:spcPts val="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9pPr>
          </a:lstStyle>
          <a:p>
            <a:pPr algn="just">
              <a:lnSpc>
                <a:spcPct val="150000"/>
              </a:lnSpc>
              <a:spcBef>
                <a:spcPts val="0"/>
              </a:spcBef>
              <a:buFontTx/>
              <a:buNone/>
              <a:defRPr/>
            </a:pPr>
            <a:endParaRPr lang="ru-RU" sz="140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1480978085" name="Rectangle 5"/>
          <p:cNvSpPr>
            <a:spLocks noChangeArrowheads="1"/>
          </p:cNvSpPr>
          <p:nvPr/>
        </p:nvSpPr>
        <p:spPr bwMode="auto">
          <a:xfrm>
            <a:off x="536575" y="1697038"/>
            <a:ext cx="9753600" cy="46037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>
            <a:spAutoFit/>
          </a:bodyPr>
          <a:lstStyle>
            <a:lvl1pPr>
              <a:spcBef>
                <a:spcPts val="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Calibri"/>
              </a:defRPr>
            </a:lvl1pPr>
            <a:lvl2pPr marL="742950" indent="-285750">
              <a:spcBef>
                <a:spcPts val="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Calibri"/>
              </a:defRPr>
            </a:lvl2pPr>
            <a:lvl3pPr marL="1143000" indent="-228600">
              <a:spcBef>
                <a:spcPts val="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</a:defRPr>
            </a:lvl3pPr>
            <a:lvl4pPr marL="1600200" indent="-228600">
              <a:spcBef>
                <a:spcPts val="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Calibri"/>
              </a:defRPr>
            </a:lvl4pPr>
            <a:lvl5pPr marL="2057400" indent="-228600">
              <a:spcBef>
                <a:spcPts val="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9pPr>
          </a:lstStyle>
          <a:p>
            <a:pPr>
              <a:spcBef>
                <a:spcPts val="0"/>
              </a:spcBef>
              <a:buFontTx/>
              <a:buNone/>
              <a:defRPr/>
            </a:pPr>
            <a:endParaRPr lang="ru-RU" sz="1800">
              <a:latin typeface="Arial"/>
            </a:endParaRPr>
          </a:p>
        </p:txBody>
      </p:sp>
      <p:sp>
        <p:nvSpPr>
          <p:cNvPr id="26893062" name="Rectangle 2"/>
          <p:cNvSpPr>
            <a:spLocks noChangeArrowheads="1"/>
          </p:cNvSpPr>
          <p:nvPr/>
        </p:nvSpPr>
        <p:spPr bwMode="auto">
          <a:xfrm>
            <a:off x="-142875" y="765175"/>
            <a:ext cx="9904413" cy="0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>
            <a:spAutoFit/>
          </a:bodyPr>
          <a:lstStyle>
            <a:lvl1pPr>
              <a:spcBef>
                <a:spcPts val="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Calibri"/>
              </a:defRPr>
            </a:lvl1pPr>
            <a:lvl2pPr marL="742950" indent="-285750">
              <a:spcBef>
                <a:spcPts val="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Calibri"/>
              </a:defRPr>
            </a:lvl2pPr>
            <a:lvl3pPr marL="1143000" indent="-228600">
              <a:spcBef>
                <a:spcPts val="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</a:defRPr>
            </a:lvl3pPr>
            <a:lvl4pPr marL="1600200" indent="-228600">
              <a:spcBef>
                <a:spcPts val="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Calibri"/>
              </a:defRPr>
            </a:lvl4pPr>
            <a:lvl5pPr marL="2057400" indent="-228600">
              <a:spcBef>
                <a:spcPts val="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9pPr>
          </a:lstStyle>
          <a:p>
            <a:pPr>
              <a:spcBef>
                <a:spcPts val="0"/>
              </a:spcBef>
              <a:buFontTx/>
              <a:buNone/>
              <a:defRPr/>
            </a:pPr>
            <a:endParaRPr lang="ru-RU" sz="1800">
              <a:latin typeface="Arial"/>
            </a:endParaRPr>
          </a:p>
        </p:txBody>
      </p:sp>
      <p:sp>
        <p:nvSpPr>
          <p:cNvPr id="1245757708" name="Rectangle 5"/>
          <p:cNvSpPr>
            <a:spLocks noChangeArrowheads="1"/>
          </p:cNvSpPr>
          <p:nvPr/>
        </p:nvSpPr>
        <p:spPr bwMode="auto">
          <a:xfrm>
            <a:off x="1619250" y="1200150"/>
            <a:ext cx="10352088" cy="46038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/>
                <a:cs typeface="Arial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/>
                <a:cs typeface="Arial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/>
                <a:cs typeface="Arial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/>
                <a:cs typeface="Arial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/>
                <a:cs typeface="Arial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  <a:cs typeface="Arial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  <a:cs typeface="Arial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  <a:cs typeface="Arial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  <a:cs typeface="Arial"/>
              </a:defRPr>
            </a:lvl9pPr>
          </a:lstStyle>
          <a:p>
            <a:pPr>
              <a:defRPr/>
            </a:pPr>
            <a:endParaRPr lang="ru-RU"/>
          </a:p>
        </p:txBody>
      </p:sp>
      <p:sp>
        <p:nvSpPr>
          <p:cNvPr id="1208459233" name="Rectangle 4"/>
          <p:cNvSpPr>
            <a:spLocks noChangeArrowheads="1"/>
          </p:cNvSpPr>
          <p:nvPr/>
        </p:nvSpPr>
        <p:spPr bwMode="auto">
          <a:xfrm>
            <a:off x="144463" y="590549"/>
            <a:ext cx="9144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/>
                <a:cs typeface="Arial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/>
                <a:cs typeface="Arial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/>
                <a:cs typeface="Arial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/>
                <a:cs typeface="Arial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/>
                <a:cs typeface="Arial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  <a:cs typeface="Arial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  <a:cs typeface="Arial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  <a:cs typeface="Arial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  <a:cs typeface="Arial"/>
              </a:defRPr>
            </a:lvl9pPr>
          </a:lstStyle>
          <a:p>
            <a:pPr>
              <a:defRPr/>
            </a:pPr>
            <a:endParaRPr lang="ru-RU"/>
          </a:p>
        </p:txBody>
      </p:sp>
      <p:sp>
        <p:nvSpPr>
          <p:cNvPr id="1824045978" name="Rectangle 7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/>
                <a:cs typeface="Arial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/>
                <a:cs typeface="Arial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/>
                <a:cs typeface="Arial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/>
                <a:cs typeface="Arial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/>
                <a:cs typeface="Arial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  <a:cs typeface="Arial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  <a:cs typeface="Arial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  <a:cs typeface="Arial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  <a:cs typeface="Arial"/>
              </a:defRPr>
            </a:lvl9pPr>
          </a:lstStyle>
          <a:p>
            <a:pPr>
              <a:defRPr/>
            </a:pPr>
            <a:endParaRPr lang="ru-RU"/>
          </a:p>
        </p:txBody>
      </p:sp>
      <p:sp>
        <p:nvSpPr>
          <p:cNvPr id="288206772" name="Rectangle 10"/>
          <p:cNvSpPr>
            <a:spLocks noChangeArrowheads="1"/>
          </p:cNvSpPr>
          <p:nvPr/>
        </p:nvSpPr>
        <p:spPr bwMode="auto">
          <a:xfrm>
            <a:off x="6594475" y="2225675"/>
            <a:ext cx="6786563" cy="365125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/>
                <a:cs typeface="Arial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/>
                <a:cs typeface="Arial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/>
                <a:cs typeface="Arial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/>
                <a:cs typeface="Arial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/>
                <a:cs typeface="Arial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  <a:cs typeface="Arial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  <a:cs typeface="Arial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  <a:cs typeface="Arial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  <a:cs typeface="Arial"/>
              </a:defRPr>
            </a:lvl9pPr>
          </a:lstStyle>
          <a:p>
            <a:pPr>
              <a:defRPr/>
            </a:pPr>
            <a:endParaRPr lang="ru-RU"/>
          </a:p>
        </p:txBody>
      </p:sp>
      <p:sp>
        <p:nvSpPr>
          <p:cNvPr id="894312576" name="TextBox 3"/>
          <p:cNvSpPr txBox="1"/>
          <p:nvPr/>
        </p:nvSpPr>
        <p:spPr bwMode="auto">
          <a:xfrm flipH="0" flipV="0">
            <a:off x="-14759" y="700840"/>
            <a:ext cx="9014296" cy="5163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39821" indent="-23982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AutoNum type="arabicPeriod"/>
              <a:defRPr/>
            </a:pPr>
            <a:r>
              <a:rPr lang="ru-RU" sz="1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Замятин, А. М. Модель электронной библиотечной системы вуза / А. М. Замятин. – Текст : непосредственный // Молодой ученый. – 2011. – № 4 (27). – Т. 1. – С. 89-91. – URL: https://moluch.ru/archive/27/3012.</a:t>
            </a:r>
            <a:endParaRPr sz="16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239821" indent="-23982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AutoNum type="arabicPeriod"/>
              <a:defRPr/>
            </a:pPr>
            <a:r>
              <a:rPr lang="ru-RU" sz="1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Воронцова Ю. В. Проблемы управления цифровыми библиотеками / Ю. В. Воронцова, А. Д. Агибалова // E-Management. – 2021. – Т. 4, № 2. – С. 51–57.</a:t>
            </a:r>
            <a:endParaRPr sz="16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239821" indent="-23982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AutoNum type="arabicPeriod"/>
              <a:defRPr/>
            </a:pPr>
            <a:r>
              <a:rPr lang="ru-RU" sz="1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Коваленко В. В. Проектирование информационных систем : учебное пособие / В. В. Коваленко. – Москва : Форум : ИНФРА-М, 2014. – 320 с. – ISBN 978-5-91134-549-5.</a:t>
            </a:r>
            <a:endParaRPr sz="16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239821" indent="-23982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AutoNum type="arabicPeriod"/>
              <a:defRPr/>
            </a:pPr>
            <a:r>
              <a:rPr lang="ru-RU" sz="1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Коннолли, Т. Базы данных. Проектирование, реализация и сопровождение. Теория и практика / Т. Коннолли, К. Бегг. – 3-е изд. – Москва : Издательский дом «Вильямс», 2003. – 1440 с. – ISBN 5-8459-0527-3</a:t>
            </a:r>
            <a:endParaRPr sz="16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239821" indent="-23982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AutoNum type="arabicPeriod"/>
              <a:defRPr/>
            </a:pPr>
            <a:r>
              <a:rPr lang="ru-RU" sz="1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Грофф, Джеймс. Р. SQL. Полное руководство / Джеймс. Р. Грофф, Пол. Н. Вайнберг, Эндрю Дж. Оппель. 3-е изд. – Москва : Издательский дом «Вильямс», 2020. – 960 с. – ISBN 978-5-907114-26-5.</a:t>
            </a:r>
            <a:endParaRPr sz="16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239821" lvl="0" indent="-239821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AutoNum type="arabicPeriod"/>
              <a:tabLst>
                <a:tab pos="1828800" algn="l"/>
              </a:tabLst>
              <a:defRPr/>
            </a:pPr>
            <a:r>
              <a:rPr lang="ru-RU" sz="1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Мак-Дональд, М. WPF 4: Windows Presentation Foundation в .NET 4.0 с примерами на C# 2010 для профессионалов : пер. с англ. / М. Мак-Дональд. – Москва : Издательский дом «Вильямс», 2011. – 1024 с. – ISBN 978-5-8459-1657-0.</a:t>
            </a:r>
            <a:endParaRPr sz="1400">
              <a:latin typeface="Calibri"/>
              <a:ea typeface="Calibri"/>
              <a:cs typeface="Times New Roman"/>
            </a:endParaRPr>
          </a:p>
        </p:txBody>
      </p:sp>
      <p:sp>
        <p:nvSpPr>
          <p:cNvPr id="775543611" name="Rectangle 2"/>
          <p:cNvSpPr txBox="1">
            <a:spLocks noChangeArrowheads="1" noRot="1"/>
          </p:cNvSpPr>
          <p:nvPr/>
        </p:nvSpPr>
        <p:spPr bwMode="auto">
          <a:xfrm>
            <a:off x="468312" y="6259512"/>
            <a:ext cx="8064499" cy="404811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spcBef>
                <a:spcPts val="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Calibri"/>
              </a:defRPr>
            </a:lvl1pPr>
            <a:lvl2pPr marL="742950" indent="-285750">
              <a:spcBef>
                <a:spcPts val="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Calibri"/>
              </a:defRPr>
            </a:lvl2pPr>
            <a:lvl3pPr marL="1143000" indent="-228600">
              <a:spcBef>
                <a:spcPts val="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</a:defRPr>
            </a:lvl3pPr>
            <a:lvl4pPr marL="1600200" indent="-228600">
              <a:spcBef>
                <a:spcPts val="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Calibri"/>
              </a:defRPr>
            </a:lvl4pPr>
            <a:lvl5pPr marL="2057400" indent="-228600">
              <a:spcBef>
                <a:spcPts val="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5pPr>
            <a:lvl6pPr marL="2514599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9pPr>
          </a:lstStyle>
          <a:p>
            <a:pPr algn="ctr">
              <a:lnSpc>
                <a:spcPct val="150000"/>
              </a:lnSpc>
              <a:spcBef>
                <a:spcPts val="0"/>
              </a:spcBef>
              <a:buFontTx/>
              <a:buNone/>
              <a:defRPr/>
            </a:pPr>
            <a:r>
              <a:rPr lang="ru-RU" sz="1800" b="1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Разработка информационно-поисковой системы для выбора учебно-методических изданий кафедры САПРиУ</a:t>
            </a:r>
            <a:endParaRPr/>
          </a:p>
        </p:txBody>
      </p:sp>
      <p:sp>
        <p:nvSpPr>
          <p:cNvPr id="17955451" name="Rectangle 2"/>
          <p:cNvSpPr txBox="1">
            <a:spLocks noChangeArrowheads="1" noRot="1"/>
          </p:cNvSpPr>
          <p:nvPr/>
        </p:nvSpPr>
        <p:spPr bwMode="auto">
          <a:xfrm flipH="0" flipV="0">
            <a:off x="924390" y="6453185"/>
            <a:ext cx="965606" cy="404811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spcBef>
                <a:spcPts val="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Calibri"/>
              </a:defRPr>
            </a:lvl1pPr>
            <a:lvl2pPr marL="742950" indent="-285750">
              <a:spcBef>
                <a:spcPts val="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Calibri"/>
              </a:defRPr>
            </a:lvl2pPr>
            <a:lvl3pPr marL="1143000" indent="-228600">
              <a:spcBef>
                <a:spcPts val="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</a:defRPr>
            </a:lvl3pPr>
            <a:lvl4pPr marL="1600200" indent="-228600">
              <a:spcBef>
                <a:spcPts val="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Calibri"/>
              </a:defRPr>
            </a:lvl4pPr>
            <a:lvl5pPr marL="2057400" indent="-228600">
              <a:spcBef>
                <a:spcPts val="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5pPr>
            <a:lvl6pPr marL="2514599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</a:defRPr>
            </a:lvl9pPr>
          </a:lstStyle>
          <a:p>
            <a:pPr algn="ctr">
              <a:spcBef>
                <a:spcPts val="0"/>
              </a:spcBef>
              <a:buFontTx/>
              <a:buNone/>
              <a:defRPr/>
            </a:pPr>
            <a:r>
              <a:rPr lang="en-US" sz="1800" b="1">
                <a:latin typeface="Times New Roman"/>
                <a:cs typeface="Times New Roman"/>
              </a:rPr>
              <a:t>25</a:t>
            </a:r>
            <a:r>
              <a:rPr lang="ru-RU" sz="1800" b="1">
                <a:latin typeface="Times New Roman"/>
                <a:cs typeface="Times New Roman"/>
              </a:rPr>
              <a:t> / 25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ONLYOFFICE/9.0.4.50</Application>
  <PresentationFormat>On-screen Show (4:3)</PresentationFormat>
  <Paragraphs>0</Paragraphs>
  <Slides>25</Slides>
  <Notes>25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Yulia</dc:creator>
  <cp:lastModifiedBy/>
  <cp:revision>224</cp:revision>
  <dcterms:modified xsi:type="dcterms:W3CDTF">2026-07-12T15:06:00Z</dcterms:modified>
</cp:coreProperties>
</file>